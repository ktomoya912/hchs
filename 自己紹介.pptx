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58" r:id="rId4"/>
  </p:sldMasterIdLst>
  <p:notesMasterIdLst>
    <p:notesMasterId r:id="rId12"/>
  </p:notesMasterIdLst>
  <p:handoutMasterIdLst>
    <p:handoutMasterId r:id="rId13"/>
  </p:handoutMasterIdLst>
  <p:sldIdLst>
    <p:sldId id="410" r:id="rId5"/>
    <p:sldId id="383" r:id="rId6"/>
    <p:sldId id="408" r:id="rId7"/>
    <p:sldId id="411" r:id="rId8"/>
    <p:sldId id="391" r:id="rId9"/>
    <p:sldId id="413" r:id="rId10"/>
    <p:sldId id="414" r:id="rId11"/>
  </p:sldIdLst>
  <p:sldSz cx="12192000" cy="6858000"/>
  <p:notesSz cx="6858000" cy="9144000"/>
  <p:defaultTextStyle>
    <a:defPPr rtl="0">
      <a:defRPr lang="ja-JP"/>
    </a:defPPr>
    <a:lvl1pPr marL="0" algn="l" defTabSz="914400" rtl="0" eaLnBrk="1" latinLnBrk="0" hangingPunct="1">
      <a:defRPr lang="ja-JP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lang="ja-JP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lang="ja-JP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lang="ja-JP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lang="ja-JP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lang="ja-JP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lang="ja-JP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lang="ja-JP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lang="ja-JP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3" name="作成者" initials="A" lastIdx="0" clrIdx="2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7CA655"/>
    <a:srgbClr val="F9D448"/>
    <a:srgbClr val="4495A2"/>
    <a:srgbClr val="5D7D4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8A107856-5554-42FB-B03E-39F5DBC370B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A488322-F2BA-4B5B-9748-0D474271808F}" styleName="Medium Style 3 - 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16D9F66E-5EB9-4882-86FB-DCBF35E3C3E4}" styleName="Medium Style 4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8A107856-5554-42FB-B03E-39F5DBC370BA}" styleName="Medium Style 4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5273" autoAdjust="0"/>
  </p:normalViewPr>
  <p:slideViewPr>
    <p:cSldViewPr snapToGrid="0">
      <p:cViewPr varScale="1">
        <p:scale>
          <a:sx n="110" d="100"/>
          <a:sy n="110" d="100"/>
        </p:scale>
        <p:origin x="630" y="114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notesViewPr>
    <p:cSldViewPr snapToGrid="0" showGuides="1">
      <p:cViewPr varScale="1">
        <p:scale>
          <a:sx n="97" d="100"/>
          <a:sy n="97" d="100"/>
        </p:scale>
        <p:origin x="2868" y="7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handoutMaster" Target="handoutMasters/handoutMaster1.xml"/><Relationship Id="rId18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notesMaster" Target="notesMasters/notesMaster1.xml"/><Relationship Id="rId17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presProps" Target="presProps.xml"/><Relationship Id="rId10" Type="http://schemas.openxmlformats.org/officeDocument/2006/relationships/slide" Target="slides/slide6.xml"/><Relationship Id="rId19" Type="http://schemas.microsoft.com/office/2018/10/relationships/authors" Target="author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commentAuthors" Target="commentAuthor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08F6756E-81DA-9FAC-70D8-556F658BDDA8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lang="ja-JP" sz="1200"/>
            </a:lvl1pPr>
          </a:lstStyle>
          <a:p>
            <a:pPr rtl="0"/>
            <a:fld id="{29A6D377-CE9F-42F4-9401-7CF08A855EE4}" type="datetime1">
              <a:rPr lang="ja-JP" altLang="en-US" smtClean="0">
                <a:latin typeface="Meiryo UI" panose="020B0604030504040204" pitchFamily="50" charset="-128"/>
                <a:ea typeface="Meiryo UI" panose="020B0604030504040204" pitchFamily="50" charset="-128"/>
              </a:rPr>
              <a:t>2026/5/8</a:t>
            </a:fld>
            <a:endParaRPr lang="ja-JP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A771D415-D05A-7067-CCD3-457153D96CD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lang="ja-JP" sz="1200"/>
            </a:lvl1pPr>
          </a:lstStyle>
          <a:p>
            <a:pPr rtl="0"/>
            <a:fld id="{E2C230DF-5933-439D-898F-38E9AC9BA688}" type="slidenum">
              <a:rPr lang="ja-JP" smtClean="0">
                <a:latin typeface="Meiryo UI" panose="020B0604030504040204" pitchFamily="50" charset="-128"/>
                <a:ea typeface="Meiryo UI" panose="020B0604030504040204" pitchFamily="50" charset="-128"/>
              </a:rPr>
              <a:t>‹#›</a:t>
            </a:fld>
            <a:endParaRPr lang="ja-JP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7" name="フッター プレースホルダー 6">
            <a:extLst>
              <a:ext uri="{FF2B5EF4-FFF2-40B4-BE49-F238E27FC236}">
                <a16:creationId xmlns:a16="http://schemas.microsoft.com/office/drawing/2014/main" id="{B97095E3-54D2-CFD2-4F49-7536FC8641DE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lang="ja-JP" sz="1200"/>
            </a:lvl1pPr>
          </a:lstStyle>
          <a:p>
            <a:pPr rtl="0"/>
            <a:endParaRPr lang="ja-JP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8" name="ヘッダー プレースホルダー 7">
            <a:extLst>
              <a:ext uri="{FF2B5EF4-FFF2-40B4-BE49-F238E27FC236}">
                <a16:creationId xmlns:a16="http://schemas.microsoft.com/office/drawing/2014/main" id="{521EE01A-C0B5-5ECF-96DD-768F86AA15C4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lang="ja-JP" sz="1200"/>
            </a:lvl1pPr>
          </a:lstStyle>
          <a:p>
            <a:pPr rtl="0"/>
            <a:endParaRPr lang="ja-JP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653228447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lang="ja-JP" sz="1200"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</a:lstStyle>
          <a:p>
            <a:endParaRPr lang="ja-JP" altLang="en-US" dirty="0">
              <a:ea typeface="Meiryo UI" panose="020B0604030504040204" pitchFamily="50" charset="-128"/>
            </a:endParaRPr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lang="ja-JP" sz="1200"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</a:lstStyle>
          <a:p>
            <a:fld id="{F0A38C37-4D1D-465C-9C93-03A26BBDD059}" type="datetime1">
              <a:rPr lang="ja-JP" altLang="en-US" smtClean="0">
                <a:ea typeface="Meiryo UI" panose="020B0604030504040204" pitchFamily="50" charset="-128"/>
              </a:rPr>
              <a:t>2026/5/8</a:t>
            </a:fld>
            <a:endParaRPr dirty="0">
              <a:ea typeface="Meiryo UI" panose="020B0604030504040204" pitchFamily="50" charset="-128"/>
            </a:endParaRPr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>
            <a:defPPr>
              <a:defRPr lang="ja-JP"/>
            </a:defPPr>
          </a:lstStyle>
          <a:p>
            <a:pPr rtl="0"/>
            <a:endParaRPr lang="ja-JP" dirty="0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>
            <a:defPPr>
              <a:defRPr lang="ja-JP"/>
            </a:defPPr>
          </a:lstStyle>
          <a:p>
            <a:pPr lvl="0" rtl="0"/>
            <a:r>
              <a:rPr lang="ja-JP" dirty="0"/>
              <a:t>クリックしてマスター テキストのスタイルを編集</a:t>
            </a:r>
          </a:p>
          <a:p>
            <a:pPr lvl="1" rtl="0"/>
            <a:r>
              <a:rPr lang="ja-JP" dirty="0"/>
              <a:t>第 2 レベル</a:t>
            </a:r>
          </a:p>
          <a:p>
            <a:pPr lvl="2" rtl="0"/>
            <a:r>
              <a:rPr lang="ja-JP" dirty="0"/>
              <a:t>第 3 レベル</a:t>
            </a:r>
          </a:p>
          <a:p>
            <a:pPr lvl="3" rtl="0"/>
            <a:r>
              <a:rPr lang="ja-JP" dirty="0"/>
              <a:t>第 4 レベル</a:t>
            </a:r>
          </a:p>
          <a:p>
            <a:pPr lvl="4" rtl="0"/>
            <a:r>
              <a:rPr lang="ja-JP" dirty="0"/>
              <a:t>第 5 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lang="ja-JP" sz="1200"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</a:lstStyle>
          <a:p>
            <a:endParaRPr lang="ja-JP" altLang="en-US" dirty="0">
              <a:ea typeface="Meiryo UI" panose="020B0604030504040204" pitchFamily="50" charset="-128"/>
            </a:endParaRPr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lang="ja-JP" sz="1200"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</a:lstStyle>
          <a:p>
            <a:fld id="{A89C7E07-3C67-C64C-8DA0-0404F6303970}" type="slidenum">
              <a:rPr lang="en-US" altLang="ja-JP" smtClean="0"/>
              <a:pPr/>
              <a:t>‹#›</a:t>
            </a:fld>
            <a:endParaRPr lang="en-US" altLang="en-US" dirty="0">
              <a:ea typeface="Meiryo UI" panose="020B0604030504040204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4032528379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lang="ja-JP" sz="1200" kern="1200">
        <a:solidFill>
          <a:schemeClr val="tx1"/>
        </a:solidFill>
        <a:latin typeface="Meiryo UI" panose="020B0604030504040204" pitchFamily="50" charset="-128"/>
        <a:ea typeface="Meiryo UI" panose="020B0604030504040204" pitchFamily="50" charset="-128"/>
        <a:cs typeface="+mn-cs"/>
      </a:defRPr>
    </a:lvl1pPr>
    <a:lvl2pPr marL="457200" algn="l" defTabSz="914400" rtl="0" eaLnBrk="1" latinLnBrk="0" hangingPunct="1">
      <a:defRPr lang="ja-JP" sz="1200" kern="1200">
        <a:solidFill>
          <a:schemeClr val="tx1"/>
        </a:solidFill>
        <a:latin typeface="Meiryo UI" panose="020B0604030504040204" pitchFamily="50" charset="-128"/>
        <a:ea typeface="Meiryo UI" panose="020B0604030504040204" pitchFamily="50" charset="-128"/>
        <a:cs typeface="+mn-cs"/>
      </a:defRPr>
    </a:lvl2pPr>
    <a:lvl3pPr marL="914400" algn="l" defTabSz="914400" rtl="0" eaLnBrk="1" latinLnBrk="0" hangingPunct="1">
      <a:defRPr lang="ja-JP" sz="1200" kern="1200">
        <a:solidFill>
          <a:schemeClr val="tx1"/>
        </a:solidFill>
        <a:latin typeface="Meiryo UI" panose="020B0604030504040204" pitchFamily="50" charset="-128"/>
        <a:ea typeface="Meiryo UI" panose="020B0604030504040204" pitchFamily="50" charset="-128"/>
        <a:cs typeface="+mn-cs"/>
      </a:defRPr>
    </a:lvl3pPr>
    <a:lvl4pPr marL="1371600" algn="l" defTabSz="914400" rtl="0" eaLnBrk="1" latinLnBrk="0" hangingPunct="1">
      <a:defRPr lang="ja-JP" sz="1200" kern="1200">
        <a:solidFill>
          <a:schemeClr val="tx1"/>
        </a:solidFill>
        <a:latin typeface="Meiryo UI" panose="020B0604030504040204" pitchFamily="50" charset="-128"/>
        <a:ea typeface="Meiryo UI" panose="020B0604030504040204" pitchFamily="50" charset="-128"/>
        <a:cs typeface="+mn-cs"/>
      </a:defRPr>
    </a:lvl4pPr>
    <a:lvl5pPr marL="1828800" algn="l" defTabSz="914400" rtl="0" eaLnBrk="1" latinLnBrk="0" hangingPunct="1">
      <a:defRPr lang="ja-JP" sz="1200" kern="1200">
        <a:solidFill>
          <a:schemeClr val="tx1"/>
        </a:solidFill>
        <a:latin typeface="Meiryo UI" panose="020B0604030504040204" pitchFamily="50" charset="-128"/>
        <a:ea typeface="Meiryo UI" panose="020B0604030504040204" pitchFamily="50" charset="-128"/>
        <a:cs typeface="+mn-cs"/>
      </a:defRPr>
    </a:lvl5pPr>
    <a:lvl6pPr marL="2286000" algn="l" defTabSz="914400" rtl="0" eaLnBrk="1" latinLnBrk="0" hangingPunct="1">
      <a:defRPr lang="ja-JP" sz="1200" kern="1200">
        <a:solidFill>
          <a:schemeClr val="tx1"/>
        </a:solidFill>
        <a:latin typeface="+mn-ea"/>
        <a:ea typeface="+mn-ea"/>
        <a:cs typeface="+mn-cs"/>
      </a:defRPr>
    </a:lvl6pPr>
    <a:lvl7pPr marL="2743200" algn="l" defTabSz="914400" rtl="0" eaLnBrk="1" latinLnBrk="0" hangingPunct="1">
      <a:defRPr lang="ja-JP" sz="1200" kern="1200">
        <a:solidFill>
          <a:schemeClr val="tx1"/>
        </a:solidFill>
        <a:latin typeface="+mn-ea"/>
        <a:ea typeface="+mn-ea"/>
        <a:cs typeface="+mn-cs"/>
      </a:defRPr>
    </a:lvl7pPr>
    <a:lvl8pPr marL="3200400" algn="l" defTabSz="914400" rtl="0" eaLnBrk="1" latinLnBrk="0" hangingPunct="1">
      <a:defRPr lang="ja-JP" sz="1200" kern="1200">
        <a:solidFill>
          <a:schemeClr val="tx1"/>
        </a:solidFill>
        <a:latin typeface="+mn-ea"/>
        <a:ea typeface="+mn-ea"/>
        <a:cs typeface="+mn-cs"/>
      </a:defRPr>
    </a:lvl8pPr>
    <a:lvl9pPr marL="3657600" algn="l" defTabSz="914400" rtl="0" eaLnBrk="1" latinLnBrk="0" hangingPunct="1">
      <a:defRPr lang="ja-JP" sz="1200" kern="1200">
        <a:solidFill>
          <a:schemeClr val="tx1"/>
        </a:solidFill>
        <a:latin typeface="+mn-ea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ja-JP"/>
            </a:defPPr>
          </a:lstStyle>
          <a:p>
            <a:pPr rtl="0"/>
            <a:endParaRPr lang="ja-JP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ja-JP"/>
            </a:defPPr>
          </a:lstStyle>
          <a:p>
            <a:pPr rtl="0"/>
            <a:fld id="{A89C7E07-3C67-C64C-8DA0-0404F6303970}" type="slidenum">
              <a:rPr lang="ja-JP" smtClean="0">
                <a:latin typeface="Meiryo UI" panose="020B0604030504040204" pitchFamily="50" charset="-128"/>
                <a:ea typeface="Meiryo UI" panose="020B0604030504040204" pitchFamily="50" charset="-128"/>
              </a:rPr>
              <a:t>1</a:t>
            </a:fld>
            <a:endParaRPr lang="ja-JP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09245386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ja-JP"/>
            </a:defPPr>
          </a:lstStyle>
          <a:p>
            <a:pPr rtl="0"/>
            <a:endParaRPr lang="ja-JP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ja-JP"/>
            </a:defPPr>
          </a:lstStyle>
          <a:p>
            <a:pPr rtl="0"/>
            <a:fld id="{A89C7E07-3C67-C64C-8DA0-0404F6303970}" type="slidenum">
              <a:rPr lang="ja-JP" smtClean="0">
                <a:latin typeface="Meiryo UI" panose="020B0604030504040204" pitchFamily="50" charset="-128"/>
                <a:ea typeface="Meiryo UI" panose="020B0604030504040204" pitchFamily="50" charset="-128"/>
              </a:rPr>
              <a:t>2</a:t>
            </a:fld>
            <a:endParaRPr lang="ja-JP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11341681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ja-JP"/>
            </a:defPPr>
          </a:lstStyle>
          <a:p>
            <a:pPr rtl="0"/>
            <a:endParaRPr lang="ja-JP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ja-JP"/>
            </a:defPPr>
          </a:lstStyle>
          <a:p>
            <a:pPr rtl="0"/>
            <a:fld id="{A89C7E07-3C67-C64C-8DA0-0404F6303970}" type="slidenum">
              <a:rPr lang="en-US" altLang="ja-JP" smtClean="0">
                <a:latin typeface="Meiryo UI" panose="020B0604030504040204" pitchFamily="50" charset="-128"/>
                <a:ea typeface="Meiryo UI" panose="020B0604030504040204" pitchFamily="50" charset="-128"/>
              </a:rPr>
              <a:t>3</a:t>
            </a:fld>
            <a:endParaRPr lang="ja-JP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38618372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8785F6-9DC9-5685-6E91-C8951565CD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C76AC389-052A-55DF-7AED-630AF459C9A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B1CBEF70-1D40-BEB9-66EC-1A348D1D0C0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ja-JP"/>
            </a:defPPr>
          </a:lstStyle>
          <a:p>
            <a:pPr rtl="0"/>
            <a:endParaRPr lang="ja-JP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0061FBF6-E7D6-475F-E2D1-C0DFC6CCD2F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ja-JP"/>
            </a:defPPr>
          </a:lstStyle>
          <a:p>
            <a:pPr rtl="0"/>
            <a:fld id="{A89C7E07-3C67-C64C-8DA0-0404F6303970}" type="slidenum">
              <a:rPr lang="en-US" altLang="ja-JP" smtClean="0">
                <a:latin typeface="Meiryo UI" panose="020B0604030504040204" pitchFamily="50" charset="-128"/>
                <a:ea typeface="Meiryo UI" panose="020B0604030504040204" pitchFamily="50" charset="-128"/>
              </a:rPr>
              <a:t>4</a:t>
            </a:fld>
            <a:endParaRPr lang="ja-JP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31936829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ja-JP"/>
            </a:defPPr>
          </a:lstStyle>
          <a:p>
            <a:pPr rtl="0"/>
            <a:endParaRPr lang="ja-JP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ja-JP"/>
            </a:defPPr>
          </a:lstStyle>
          <a:p>
            <a:pPr rtl="0"/>
            <a:fld id="{A89C7E07-3C67-C64C-8DA0-0404F6303970}" type="slidenum">
              <a:rPr lang="en-US" altLang="ja-JP" smtClean="0">
                <a:latin typeface="Meiryo UI" panose="020B0604030504040204" pitchFamily="50" charset="-128"/>
                <a:ea typeface="Meiryo UI" panose="020B0604030504040204" pitchFamily="50" charset="-128"/>
              </a:rPr>
              <a:t>5</a:t>
            </a:fld>
            <a:endParaRPr lang="ja-JP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90827656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49FDA3-102A-6939-155B-491B409954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C302C14A-B864-70CC-8073-7FF963EC413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90DD422A-1A5D-D48E-4DBE-CB494D83883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ja-JP"/>
            </a:defPPr>
          </a:lstStyle>
          <a:p>
            <a:pPr rtl="0"/>
            <a:endParaRPr lang="ja-JP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FEB09287-565E-31CD-6525-92D8F4E618A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ja-JP"/>
            </a:defPPr>
          </a:lstStyle>
          <a:p>
            <a:pPr rtl="0"/>
            <a:fld id="{A89C7E07-3C67-C64C-8DA0-0404F6303970}" type="slidenum">
              <a:rPr lang="en-US" altLang="ja-JP" smtClean="0">
                <a:latin typeface="Meiryo UI" panose="020B0604030504040204" pitchFamily="50" charset="-128"/>
                <a:ea typeface="Meiryo UI" panose="020B0604030504040204" pitchFamily="50" charset="-128"/>
              </a:rPr>
              <a:t>6</a:t>
            </a:fld>
            <a:endParaRPr lang="ja-JP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2034251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A10D88-1803-B6F1-78D1-3B5A281068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8E1DE02B-5E35-BA8D-34FA-695745011FE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41D5F2E6-9086-C181-AB98-C7FB74AC4F3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ja-JP"/>
            </a:defPPr>
          </a:lstStyle>
          <a:p>
            <a:pPr rtl="0"/>
            <a:endParaRPr lang="ja-JP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1B21DDDC-BB3D-BD40-6BB0-5D16F0388F0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ja-JP"/>
            </a:defPPr>
          </a:lstStyle>
          <a:p>
            <a:pPr rtl="0"/>
            <a:fld id="{A89C7E07-3C67-C64C-8DA0-0404F6303970}" type="slidenum">
              <a:rPr lang="en-US" altLang="ja-JP" smtClean="0">
                <a:latin typeface="Meiryo UI" panose="020B0604030504040204" pitchFamily="50" charset="-128"/>
                <a:ea typeface="Meiryo UI" panose="020B0604030504040204" pitchFamily="50" charset="-128"/>
              </a:rPr>
              <a:t>7</a:t>
            </a:fld>
            <a:endParaRPr lang="ja-JP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85754136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タイトル 1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3B6987D-0137-DE42-B76B-FF621E808D9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309904" y="411479"/>
            <a:ext cx="5486400" cy="3291840"/>
          </a:xfrm>
          <a:prstGeom prst="rect">
            <a:avLst/>
          </a:prstGeom>
        </p:spPr>
        <p:txBody>
          <a:bodyPr lIns="0" tIns="0" rIns="0" bIns="0" rtlCol="0" anchor="b">
            <a:noAutofit/>
          </a:bodyPr>
          <a:lstStyle>
            <a:lvl1pPr algn="l">
              <a:lnSpc>
                <a:spcPct val="80000"/>
              </a:lnSpc>
              <a:defRPr lang="ja-JP" sz="6000" b="1" i="0" spc="100" baseline="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</a:lstStyle>
          <a:p>
            <a:pPr rtl="0"/>
            <a:r>
              <a:rPr lang="ja-JP" altLang="en-US" noProof="0" dirty="0"/>
              <a:t>クリックしてタイトルを追加 </a:t>
            </a:r>
          </a:p>
        </p:txBody>
      </p:sp>
      <p:grpSp>
        <p:nvGrpSpPr>
          <p:cNvPr id="9" name="グループ 8">
            <a:extLst>
              <a:ext uri="{FF2B5EF4-FFF2-40B4-BE49-F238E27FC236}">
                <a16:creationId xmlns:a16="http://schemas.microsoft.com/office/drawing/2014/main" id="{C26C18C3-ED25-DD4B-BA72-24932D54DE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1" y="758752"/>
            <a:ext cx="6099248" cy="6099248"/>
            <a:chOff x="0" y="12289"/>
            <a:chExt cx="3550" cy="3551"/>
          </a:xfrm>
        </p:grpSpPr>
        <p:sp>
          <p:nvSpPr>
            <p:cNvPr id="10" name="フリーフォーム(F) 9">
              <a:extLst>
                <a:ext uri="{FF2B5EF4-FFF2-40B4-BE49-F238E27FC236}">
                  <a16:creationId xmlns:a16="http://schemas.microsoft.com/office/drawing/2014/main" id="{C07CC263-2515-F147-8CC5-F8E9FF9FA8E4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ja-JP"/>
              </a:defPPr>
            </a:lstStyle>
            <a:p>
              <a:pPr rtl="0"/>
              <a:endParaRPr lang="ja-JP" altLang="en-US" noProof="0" dirty="0">
                <a:latin typeface="Meiryo UI" panose="020B0604030504040204" pitchFamily="50" charset="-128"/>
                <a:ea typeface="Meiryo UI" panose="020B0604030504040204" pitchFamily="50" charset="-128"/>
              </a:endParaRPr>
            </a:p>
          </p:txBody>
        </p:sp>
        <p:sp>
          <p:nvSpPr>
            <p:cNvPr id="11" name="フリーフォーム(F) 10">
              <a:extLst>
                <a:ext uri="{FF2B5EF4-FFF2-40B4-BE49-F238E27FC236}">
                  <a16:creationId xmlns:a16="http://schemas.microsoft.com/office/drawing/2014/main" id="{43B40037-7481-524B-8685-404D965690F2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ja-JP"/>
              </a:defPPr>
            </a:lstStyle>
            <a:p>
              <a:pPr rtl="0"/>
              <a:endParaRPr lang="ja-JP" altLang="en-US" noProof="0" dirty="0">
                <a:latin typeface="Meiryo UI" panose="020B0604030504040204" pitchFamily="50" charset="-128"/>
                <a:ea typeface="Meiryo UI" panose="020B0604030504040204" pitchFamily="50" charset="-128"/>
              </a:endParaRPr>
            </a:p>
          </p:txBody>
        </p:sp>
        <p:sp>
          <p:nvSpPr>
            <p:cNvPr id="12" name="フリーフォーム(F) 11">
              <a:extLst>
                <a:ext uri="{FF2B5EF4-FFF2-40B4-BE49-F238E27FC236}">
                  <a16:creationId xmlns:a16="http://schemas.microsoft.com/office/drawing/2014/main" id="{7B759713-8408-EE47-9394-3DA6F5E4B624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ja-JP"/>
              </a:defPPr>
            </a:lstStyle>
            <a:p>
              <a:pPr rtl="0"/>
              <a:endParaRPr lang="ja-JP" altLang="en-US" noProof="0" dirty="0">
                <a:latin typeface="Meiryo UI" panose="020B0604030504040204" pitchFamily="50" charset="-128"/>
                <a:ea typeface="Meiryo UI" panose="020B0604030504040204" pitchFamily="50" charset="-128"/>
              </a:endParaRPr>
            </a:p>
          </p:txBody>
        </p:sp>
      </p:grpSp>
      <p:cxnSp>
        <p:nvCxnSpPr>
          <p:cNvPr id="13" name="直線​​コネクタ(S) 12">
            <a:extLst>
              <a:ext uri="{FF2B5EF4-FFF2-40B4-BE49-F238E27FC236}">
                <a16:creationId xmlns:a16="http://schemas.microsoft.com/office/drawing/2014/main" id="{A69706A2-3726-FE4E-B923-E75D485978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309360" y="3950208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4132751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議題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グループ 5">
            <a:extLst>
              <a:ext uri="{FF2B5EF4-FFF2-40B4-BE49-F238E27FC236}">
                <a16:creationId xmlns:a16="http://schemas.microsoft.com/office/drawing/2014/main" id="{806C6F65-35CD-D64B-992A-0C1C1E0038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6362700" y="0"/>
            <a:ext cx="5829298" cy="3235602"/>
            <a:chOff x="5612972" y="1"/>
            <a:chExt cx="6615961" cy="3672246"/>
          </a:xfrm>
        </p:grpSpPr>
        <p:sp>
          <p:nvSpPr>
            <p:cNvPr id="7" name="オートシェイプ 24">
              <a:extLst>
                <a:ext uri="{FF2B5EF4-FFF2-40B4-BE49-F238E27FC236}">
                  <a16:creationId xmlns:a16="http://schemas.microsoft.com/office/drawing/2014/main" id="{CFD467E2-FF13-7E4F-BEF9-EA1A17665B2D}"/>
                </a:ext>
              </a:extLst>
            </p:cNvPr>
            <p:cNvSpPr>
              <a:spLocks/>
            </p:cNvSpPr>
            <p:nvPr/>
          </p:nvSpPr>
          <p:spPr bwMode="auto">
            <a:xfrm>
              <a:off x="5612972" y="1"/>
              <a:ext cx="4408998" cy="3672246"/>
            </a:xfrm>
            <a:custGeom>
              <a:avLst/>
              <a:gdLst>
                <a:gd name="T0" fmla="+- 0 8372 6586"/>
                <a:gd name="T1" fmla="*/ T0 w 3578"/>
                <a:gd name="T2" fmla="*/ 591 h 2980"/>
                <a:gd name="T3" fmla="+- 0 7780 6586"/>
                <a:gd name="T4" fmla="*/ T3 w 3578"/>
                <a:gd name="T5" fmla="*/ 0 h 2980"/>
                <a:gd name="T6" fmla="+- 0 6586 6586"/>
                <a:gd name="T7" fmla="*/ T6 w 3578"/>
                <a:gd name="T8" fmla="*/ 0 h 2980"/>
                <a:gd name="T9" fmla="+- 0 7774 6586"/>
                <a:gd name="T10" fmla="*/ T9 w 3578"/>
                <a:gd name="T11" fmla="*/ 1188 h 2980"/>
                <a:gd name="T12" fmla="+- 0 8372 6586"/>
                <a:gd name="T13" fmla="*/ T12 w 3578"/>
                <a:gd name="T14" fmla="*/ 591 h 2980"/>
                <a:gd name="T15" fmla="+- 0 10163 6586"/>
                <a:gd name="T16" fmla="*/ T15 w 3578"/>
                <a:gd name="T17" fmla="*/ 2383 h 2980"/>
                <a:gd name="T18" fmla="+- 0 9566 6586"/>
                <a:gd name="T19" fmla="*/ T18 w 3578"/>
                <a:gd name="T20" fmla="*/ 1786 h 2980"/>
                <a:gd name="T21" fmla="+- 0 8969 6586"/>
                <a:gd name="T22" fmla="*/ T21 w 3578"/>
                <a:gd name="T23" fmla="*/ 2383 h 2980"/>
                <a:gd name="T24" fmla="+- 0 9566 6586"/>
                <a:gd name="T25" fmla="*/ T24 w 3578"/>
                <a:gd name="T26" fmla="*/ 2980 h 2980"/>
                <a:gd name="T27" fmla="+- 0 10163 6586"/>
                <a:gd name="T28" fmla="*/ T27 w 3578"/>
                <a:gd name="T29" fmla="*/ 2383 h 2980"/>
              </a:gdLst>
              <a:ahLst/>
              <a:cxnLst>
                <a:cxn ang="0">
                  <a:pos x="T1" y="T2"/>
                </a:cxn>
                <a:cxn ang="0">
                  <a:pos x="T4" y="T5"/>
                </a:cxn>
                <a:cxn ang="0">
                  <a:pos x="T7" y="T8"/>
                </a:cxn>
                <a:cxn ang="0">
                  <a:pos x="T10" y="T11"/>
                </a:cxn>
                <a:cxn ang="0">
                  <a:pos x="T13" y="T14"/>
                </a:cxn>
                <a:cxn ang="0">
                  <a:pos x="T16" y="T17"/>
                </a:cxn>
                <a:cxn ang="0">
                  <a:pos x="T19" y="T20"/>
                </a:cxn>
                <a:cxn ang="0">
                  <a:pos x="T22" y="T23"/>
                </a:cxn>
                <a:cxn ang="0">
                  <a:pos x="T25" y="T26"/>
                </a:cxn>
                <a:cxn ang="0">
                  <a:pos x="T28" y="T29"/>
                </a:cxn>
              </a:cxnLst>
              <a:rect l="0" t="0" r="r" b="b"/>
              <a:pathLst>
                <a:path w="3578" h="2980">
                  <a:moveTo>
                    <a:pt x="1786" y="591"/>
                  </a:moveTo>
                  <a:lnTo>
                    <a:pt x="1194" y="0"/>
                  </a:lnTo>
                  <a:lnTo>
                    <a:pt x="0" y="0"/>
                  </a:lnTo>
                  <a:lnTo>
                    <a:pt x="1188" y="1188"/>
                  </a:lnTo>
                  <a:lnTo>
                    <a:pt x="1786" y="591"/>
                  </a:lnTo>
                  <a:moveTo>
                    <a:pt x="3577" y="2383"/>
                  </a:moveTo>
                  <a:lnTo>
                    <a:pt x="2980" y="1786"/>
                  </a:lnTo>
                  <a:lnTo>
                    <a:pt x="2383" y="2383"/>
                  </a:lnTo>
                  <a:lnTo>
                    <a:pt x="2980" y="2980"/>
                  </a:lnTo>
                  <a:lnTo>
                    <a:pt x="3577" y="2383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ja-JP"/>
              </a:defPPr>
            </a:lstStyle>
            <a:p>
              <a:pPr rtl="0"/>
              <a:endParaRPr lang="ja-JP" altLang="en-US" noProof="0" dirty="0">
                <a:latin typeface="Meiryo UI" panose="020B0604030504040204" pitchFamily="50" charset="-128"/>
                <a:ea typeface="Meiryo UI" panose="020B0604030504040204" pitchFamily="50" charset="-128"/>
              </a:endParaRPr>
            </a:p>
          </p:txBody>
        </p:sp>
        <p:sp>
          <p:nvSpPr>
            <p:cNvPr id="8" name="フリーフォーム(F) 7">
              <a:extLst>
                <a:ext uri="{FF2B5EF4-FFF2-40B4-BE49-F238E27FC236}">
                  <a16:creationId xmlns:a16="http://schemas.microsoft.com/office/drawing/2014/main" id="{CA85A327-3157-B442-993A-6900F71249AC}"/>
                </a:ext>
              </a:extLst>
            </p:cNvPr>
            <p:cNvSpPr>
              <a:spLocks/>
            </p:cNvSpPr>
            <p:nvPr/>
          </p:nvSpPr>
          <p:spPr bwMode="auto">
            <a:xfrm>
              <a:off x="6341233" y="1463970"/>
              <a:ext cx="2208196" cy="2208277"/>
            </a:xfrm>
            <a:custGeom>
              <a:avLst/>
              <a:gdLst>
                <a:gd name="T0" fmla="+- 0 7774 7177"/>
                <a:gd name="T1" fmla="*/ T0 w 1792"/>
                <a:gd name="T2" fmla="+- 0 1188 1188"/>
                <a:gd name="T3" fmla="*/ 1188 h 1792"/>
                <a:gd name="T4" fmla="+- 0 7177 7177"/>
                <a:gd name="T5" fmla="*/ T4 w 1792"/>
                <a:gd name="T6" fmla="+- 0 1786 1188"/>
                <a:gd name="T7" fmla="*/ 1786 h 1792"/>
                <a:gd name="T8" fmla="+- 0 8372 7177"/>
                <a:gd name="T9" fmla="*/ T8 w 1792"/>
                <a:gd name="T10" fmla="+- 0 2980 1188"/>
                <a:gd name="T11" fmla="*/ 2980 h 1792"/>
                <a:gd name="T12" fmla="+- 0 8969 7177"/>
                <a:gd name="T13" fmla="*/ T12 w 1792"/>
                <a:gd name="T14" fmla="+- 0 2383 1188"/>
                <a:gd name="T15" fmla="*/ 2383 h 1792"/>
                <a:gd name="T16" fmla="+- 0 7774 7177"/>
                <a:gd name="T17" fmla="*/ T16 w 1792"/>
                <a:gd name="T18" fmla="+- 0 1188 1188"/>
                <a:gd name="T19" fmla="*/ 1188 h 1792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1792" h="1792">
                  <a:moveTo>
                    <a:pt x="597" y="0"/>
                  </a:moveTo>
                  <a:lnTo>
                    <a:pt x="0" y="598"/>
                  </a:lnTo>
                  <a:lnTo>
                    <a:pt x="1195" y="1792"/>
                  </a:lnTo>
                  <a:lnTo>
                    <a:pt x="1792" y="1195"/>
                  </a:lnTo>
                  <a:lnTo>
                    <a:pt x="597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ja-JP"/>
              </a:defPPr>
            </a:lstStyle>
            <a:p>
              <a:pPr rtl="0"/>
              <a:endParaRPr lang="ja-JP" altLang="en-US" noProof="0" dirty="0">
                <a:latin typeface="Meiryo UI" panose="020B0604030504040204" pitchFamily="50" charset="-128"/>
                <a:ea typeface="Meiryo UI" panose="020B0604030504040204" pitchFamily="50" charset="-128"/>
              </a:endParaRPr>
            </a:p>
          </p:txBody>
        </p:sp>
        <p:sp>
          <p:nvSpPr>
            <p:cNvPr id="9" name="フリーフォーム(F) 8">
              <a:extLst>
                <a:ext uri="{FF2B5EF4-FFF2-40B4-BE49-F238E27FC236}">
                  <a16:creationId xmlns:a16="http://schemas.microsoft.com/office/drawing/2014/main" id="{9A459CB4-74AF-0544-AB1E-7CC6D10F84EB}"/>
                </a:ext>
              </a:extLst>
            </p:cNvPr>
            <p:cNvSpPr>
              <a:spLocks/>
            </p:cNvSpPr>
            <p:nvPr/>
          </p:nvSpPr>
          <p:spPr bwMode="auto">
            <a:xfrm>
              <a:off x="8555590" y="1"/>
              <a:ext cx="1457754" cy="729520"/>
            </a:xfrm>
            <a:custGeom>
              <a:avLst/>
              <a:gdLst>
                <a:gd name="T0" fmla="+- 0 10158 8975"/>
                <a:gd name="T1" fmla="*/ T0 w 1183"/>
                <a:gd name="T2" fmla="*/ 0 h 592"/>
                <a:gd name="T3" fmla="+- 0 8975 8975"/>
                <a:gd name="T4" fmla="*/ T3 w 1183"/>
                <a:gd name="T5" fmla="*/ 0 h 592"/>
                <a:gd name="T6" fmla="+- 0 9566 8975"/>
                <a:gd name="T7" fmla="*/ T6 w 1183"/>
                <a:gd name="T8" fmla="*/ 591 h 592"/>
                <a:gd name="T9" fmla="+- 0 10158 8975"/>
                <a:gd name="T10" fmla="*/ T9 w 1183"/>
                <a:gd name="T11" fmla="*/ 0 h 592"/>
              </a:gdLst>
              <a:ahLst/>
              <a:cxnLst>
                <a:cxn ang="0">
                  <a:pos x="T1" y="T2"/>
                </a:cxn>
                <a:cxn ang="0">
                  <a:pos x="T4" y="T5"/>
                </a:cxn>
                <a:cxn ang="0">
                  <a:pos x="T7" y="T8"/>
                </a:cxn>
                <a:cxn ang="0">
                  <a:pos x="T10" y="T11"/>
                </a:cxn>
              </a:cxnLst>
              <a:rect l="0" t="0" r="r" b="b"/>
              <a:pathLst>
                <a:path w="1183" h="592">
                  <a:moveTo>
                    <a:pt x="1183" y="0"/>
                  </a:moveTo>
                  <a:lnTo>
                    <a:pt x="0" y="0"/>
                  </a:lnTo>
                  <a:lnTo>
                    <a:pt x="591" y="591"/>
                  </a:lnTo>
                  <a:lnTo>
                    <a:pt x="1183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ja-JP"/>
              </a:defPPr>
            </a:lstStyle>
            <a:p>
              <a:pPr rtl="0"/>
              <a:endParaRPr lang="ja-JP" altLang="en-US" noProof="0" dirty="0">
                <a:latin typeface="Meiryo UI" panose="020B0604030504040204" pitchFamily="50" charset="-128"/>
                <a:ea typeface="Meiryo UI" panose="020B0604030504040204" pitchFamily="50" charset="-128"/>
              </a:endParaRPr>
            </a:p>
          </p:txBody>
        </p:sp>
        <p:sp>
          <p:nvSpPr>
            <p:cNvPr id="10" name="フリーフォーム(F) 9">
              <a:extLst>
                <a:ext uri="{FF2B5EF4-FFF2-40B4-BE49-F238E27FC236}">
                  <a16:creationId xmlns:a16="http://schemas.microsoft.com/office/drawing/2014/main" id="{95A20BFD-9142-D64A-A78A-61B75FCA0D76}"/>
                </a:ext>
              </a:extLst>
            </p:cNvPr>
            <p:cNvSpPr>
              <a:spLocks/>
            </p:cNvSpPr>
            <p:nvPr/>
          </p:nvSpPr>
          <p:spPr bwMode="auto">
            <a:xfrm>
              <a:off x="7076887" y="728289"/>
              <a:ext cx="2208196" cy="2208277"/>
            </a:xfrm>
            <a:custGeom>
              <a:avLst/>
              <a:gdLst>
                <a:gd name="T0" fmla="+- 0 8372 7774"/>
                <a:gd name="T1" fmla="*/ T0 w 1792"/>
                <a:gd name="T2" fmla="+- 0 591 591"/>
                <a:gd name="T3" fmla="*/ 591 h 1792"/>
                <a:gd name="T4" fmla="+- 0 7774 7774"/>
                <a:gd name="T5" fmla="*/ T4 w 1792"/>
                <a:gd name="T6" fmla="+- 0 1188 591"/>
                <a:gd name="T7" fmla="*/ 1188 h 1792"/>
                <a:gd name="T8" fmla="+- 0 8969 7774"/>
                <a:gd name="T9" fmla="*/ T8 w 1792"/>
                <a:gd name="T10" fmla="+- 0 2383 591"/>
                <a:gd name="T11" fmla="*/ 2383 h 1792"/>
                <a:gd name="T12" fmla="+- 0 9566 7774"/>
                <a:gd name="T13" fmla="*/ T12 w 1792"/>
                <a:gd name="T14" fmla="+- 0 1786 591"/>
                <a:gd name="T15" fmla="*/ 1786 h 1792"/>
                <a:gd name="T16" fmla="+- 0 8372 7774"/>
                <a:gd name="T17" fmla="*/ T16 w 1792"/>
                <a:gd name="T18" fmla="+- 0 591 591"/>
                <a:gd name="T19" fmla="*/ 591 h 1792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1792" h="1792">
                  <a:moveTo>
                    <a:pt x="598" y="0"/>
                  </a:moveTo>
                  <a:lnTo>
                    <a:pt x="0" y="597"/>
                  </a:lnTo>
                  <a:lnTo>
                    <a:pt x="1195" y="1792"/>
                  </a:lnTo>
                  <a:lnTo>
                    <a:pt x="1792" y="1195"/>
                  </a:lnTo>
                  <a:lnTo>
                    <a:pt x="598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ja-JP"/>
              </a:defPPr>
            </a:lstStyle>
            <a:p>
              <a:pPr rtl="0"/>
              <a:endParaRPr lang="ja-JP" altLang="en-US" noProof="0" dirty="0">
                <a:latin typeface="Meiryo UI" panose="020B0604030504040204" pitchFamily="50" charset="-128"/>
                <a:ea typeface="Meiryo UI" panose="020B0604030504040204" pitchFamily="50" charset="-128"/>
              </a:endParaRPr>
            </a:p>
          </p:txBody>
        </p:sp>
        <p:sp>
          <p:nvSpPr>
            <p:cNvPr id="11" name="フリーフォーム(F) 10">
              <a:extLst>
                <a:ext uri="{FF2B5EF4-FFF2-40B4-BE49-F238E27FC236}">
                  <a16:creationId xmlns:a16="http://schemas.microsoft.com/office/drawing/2014/main" id="{B80736DF-C890-DB47-AEAA-D3D92505E632}"/>
                </a:ext>
              </a:extLst>
            </p:cNvPr>
            <p:cNvSpPr>
              <a:spLocks/>
            </p:cNvSpPr>
            <p:nvPr/>
          </p:nvSpPr>
          <p:spPr bwMode="auto">
            <a:xfrm>
              <a:off x="9285083" y="728289"/>
              <a:ext cx="2943850" cy="2943958"/>
            </a:xfrm>
            <a:custGeom>
              <a:avLst/>
              <a:gdLst>
                <a:gd name="T0" fmla="+- 0 11955 9566"/>
                <a:gd name="T1" fmla="*/ T0 w 2389"/>
                <a:gd name="T2" fmla="+- 0 1786 591"/>
                <a:gd name="T3" fmla="*/ 1786 h 2389"/>
                <a:gd name="T4" fmla="+- 0 10760 9566"/>
                <a:gd name="T5" fmla="*/ T4 w 2389"/>
                <a:gd name="T6" fmla="+- 0 591 591"/>
                <a:gd name="T7" fmla="*/ 591 h 2389"/>
                <a:gd name="T8" fmla="+- 0 9566 9566"/>
                <a:gd name="T9" fmla="*/ T8 w 2389"/>
                <a:gd name="T10" fmla="+- 0 1786 591"/>
                <a:gd name="T11" fmla="*/ 1786 h 2389"/>
                <a:gd name="T12" fmla="+- 0 10760 9566"/>
                <a:gd name="T13" fmla="*/ T12 w 2389"/>
                <a:gd name="T14" fmla="+- 0 2980 591"/>
                <a:gd name="T15" fmla="*/ 2980 h 2389"/>
                <a:gd name="T16" fmla="+- 0 11955 9566"/>
                <a:gd name="T17" fmla="*/ T16 w 2389"/>
                <a:gd name="T18" fmla="+- 0 1786 591"/>
                <a:gd name="T19" fmla="*/ 1786 h 2389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2389" h="2389">
                  <a:moveTo>
                    <a:pt x="2389" y="1195"/>
                  </a:moveTo>
                  <a:lnTo>
                    <a:pt x="1194" y="0"/>
                  </a:lnTo>
                  <a:lnTo>
                    <a:pt x="0" y="1195"/>
                  </a:lnTo>
                  <a:lnTo>
                    <a:pt x="1194" y="2389"/>
                  </a:lnTo>
                  <a:lnTo>
                    <a:pt x="2389" y="1195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ja-JP"/>
              </a:defPPr>
            </a:lstStyle>
            <a:p>
              <a:pPr rtl="0"/>
              <a:endParaRPr lang="ja-JP" altLang="en-US" noProof="0" dirty="0">
                <a:latin typeface="Meiryo UI" panose="020B0604030504040204" pitchFamily="50" charset="-128"/>
                <a:ea typeface="Meiryo UI" panose="020B0604030504040204" pitchFamily="50" charset="-128"/>
              </a:endParaRPr>
            </a:p>
          </p:txBody>
        </p:sp>
      </p:grpSp>
      <p:sp>
        <p:nvSpPr>
          <p:cNvPr id="12" name="タイトル 1">
            <a:extLst>
              <a:ext uri="{FF2B5EF4-FFF2-40B4-BE49-F238E27FC236}">
                <a16:creationId xmlns:a16="http://schemas.microsoft.com/office/drawing/2014/main" id="{39F93F26-ED5C-E74E-BFBD-E3054DC1B9C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4360" y="189572"/>
            <a:ext cx="6787747" cy="1593507"/>
          </a:xfrm>
          <a:prstGeom prst="rect">
            <a:avLst/>
          </a:prstGeom>
        </p:spPr>
        <p:txBody>
          <a:bodyPr lIns="0" tIns="0" rIns="0" bIns="0" rtlCol="0" anchor="b" anchorCtr="0">
            <a:noAutofit/>
          </a:bodyPr>
          <a:lstStyle>
            <a:lvl1pPr>
              <a:defRPr lang="ja-JP" sz="4400" b="1" i="0" spc="50" baseline="0"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</a:lstStyle>
          <a:p>
            <a:pPr rtl="0"/>
            <a:r>
              <a:rPr lang="ja-JP" altLang="en-US" noProof="0" dirty="0"/>
              <a:t>クリックしてタイトルを追加 </a:t>
            </a:r>
          </a:p>
        </p:txBody>
      </p:sp>
      <p:sp>
        <p:nvSpPr>
          <p:cNvPr id="2" name="コンテンツ プレースホルダー 5">
            <a:extLst>
              <a:ext uri="{FF2B5EF4-FFF2-40B4-BE49-F238E27FC236}">
                <a16:creationId xmlns:a16="http://schemas.microsoft.com/office/drawing/2014/main" id="{186153BD-9D2B-47EB-3553-1D3F6663B2A3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594359" y="2281918"/>
            <a:ext cx="6787747" cy="3708517"/>
          </a:xfrm>
        </p:spPr>
        <p:txBody>
          <a:bodyPr lIns="0" tIns="228600" rIns="0" bIns="0" rtlCol="0">
            <a:normAutofit/>
          </a:bodyPr>
          <a:lstStyle>
            <a:lvl1pPr marL="283464" indent="-283464">
              <a:lnSpc>
                <a:spcPct val="80000"/>
              </a:lnSpc>
              <a:spcBef>
                <a:spcPts val="2200"/>
              </a:spcBef>
              <a:buFont typeface="Arial" panose="020B0604020202020204" pitchFamily="34" charset="0"/>
              <a:buChar char="•"/>
              <a:defRPr lang="ja-JP" sz="2400" b="1" i="0" kern="1200" dirty="0">
                <a:solidFill>
                  <a:schemeClr val="tx2">
                    <a:lumMod val="7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+mn-cs"/>
              </a:defRPr>
            </a:lvl1pPr>
            <a:lvl2pPr indent="-283464">
              <a:spcBef>
                <a:spcPts val="600"/>
              </a:spcBef>
              <a:defRPr lang="ja-JP" sz="2000">
                <a:latin typeface="Meiryo UI" panose="020B0604030504040204" pitchFamily="50" charset="-128"/>
                <a:ea typeface="Meiryo UI" panose="020B0604030504040204" pitchFamily="50" charset="-128"/>
              </a:defRPr>
            </a:lvl2pPr>
            <a:lvl3pPr indent="-283464">
              <a:spcBef>
                <a:spcPts val="1800"/>
              </a:spcBef>
              <a:defRPr lang="ja-JP" sz="2000">
                <a:latin typeface="Meiryo UI" panose="020B0604030504040204" pitchFamily="50" charset="-128"/>
                <a:ea typeface="Meiryo UI" panose="020B0604030504040204" pitchFamily="50" charset="-128"/>
              </a:defRPr>
            </a:lvl3pPr>
            <a:lvl4pPr indent="-283464">
              <a:spcBef>
                <a:spcPts val="1800"/>
              </a:spcBef>
              <a:defRPr lang="ja-JP" sz="2000">
                <a:latin typeface="Meiryo UI" panose="020B0604030504040204" pitchFamily="50" charset="-128"/>
                <a:ea typeface="Meiryo UI" panose="020B0604030504040204" pitchFamily="50" charset="-128"/>
              </a:defRPr>
            </a:lvl4pPr>
            <a:lvl5pPr indent="-283464">
              <a:spcBef>
                <a:spcPts val="1800"/>
              </a:spcBef>
              <a:defRPr lang="ja-JP" sz="2000">
                <a:latin typeface="Meiryo UI" panose="020B0604030504040204" pitchFamily="50" charset="-128"/>
                <a:ea typeface="Meiryo UI" panose="020B0604030504040204" pitchFamily="50" charset="-128"/>
              </a:defRPr>
            </a:lvl5pPr>
          </a:lstStyle>
          <a:p>
            <a:pPr lvl="0" rtl="0"/>
            <a:r>
              <a:rPr lang="ja-JP" altLang="en-US" noProof="0" dirty="0"/>
              <a:t>クリックしてコンテンツを追加</a:t>
            </a:r>
          </a:p>
          <a:p>
            <a:pPr lvl="1" rtl="0"/>
            <a:r>
              <a:rPr lang="ja-JP" altLang="en-US" noProof="0" dirty="0"/>
              <a:t>第 </a:t>
            </a:r>
            <a:r>
              <a:rPr lang="en-US" altLang="ja-JP" noProof="0" dirty="0"/>
              <a:t>2 </a:t>
            </a:r>
            <a:r>
              <a:rPr lang="ja-JP" altLang="en-US" noProof="0" dirty="0"/>
              <a:t>レベル</a:t>
            </a:r>
          </a:p>
          <a:p>
            <a:pPr lvl="2" rtl="0"/>
            <a:r>
              <a:rPr lang="ja-JP" altLang="en-US" noProof="0" dirty="0"/>
              <a:t>第 </a:t>
            </a:r>
            <a:r>
              <a:rPr lang="en-US" altLang="ja-JP" noProof="0" dirty="0"/>
              <a:t>3 </a:t>
            </a:r>
            <a:r>
              <a:rPr lang="ja-JP" altLang="en-US" noProof="0" dirty="0"/>
              <a:t>レベル</a:t>
            </a:r>
          </a:p>
          <a:p>
            <a:pPr lvl="3" rtl="0"/>
            <a:r>
              <a:rPr lang="ja-JP" altLang="en-US" noProof="0" dirty="0"/>
              <a:t>第 </a:t>
            </a:r>
            <a:r>
              <a:rPr lang="en-US" altLang="ja-JP" noProof="0" dirty="0"/>
              <a:t>4 </a:t>
            </a:r>
            <a:r>
              <a:rPr lang="ja-JP" altLang="en-US" noProof="0" dirty="0"/>
              <a:t>レベル</a:t>
            </a:r>
          </a:p>
          <a:p>
            <a:pPr lvl="4" rtl="0"/>
            <a:r>
              <a:rPr lang="ja-JP" altLang="en-US" noProof="0" dirty="0"/>
              <a:t>第 </a:t>
            </a:r>
            <a:r>
              <a:rPr lang="en-US" altLang="ja-JP" noProof="0" dirty="0"/>
              <a:t>5 </a:t>
            </a:r>
            <a:r>
              <a:rPr lang="ja-JP" altLang="en-US" noProof="0" dirty="0"/>
              <a:t>レベル</a:t>
            </a:r>
          </a:p>
        </p:txBody>
      </p:sp>
      <p:sp>
        <p:nvSpPr>
          <p:cNvPr id="43" name="スライド番号プレースホルダー 42">
            <a:extLst>
              <a:ext uri="{FF2B5EF4-FFF2-40B4-BE49-F238E27FC236}">
                <a16:creationId xmlns:a16="http://schemas.microsoft.com/office/drawing/2014/main" id="{D80CCC8F-9CF1-9621-04EB-DFA68FEE42D2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/>
        <p:txBody>
          <a:bodyPr rtlCol="0"/>
          <a:lstStyle>
            <a:defPPr>
              <a:defRPr lang="ja-JP"/>
            </a:defPPr>
            <a:lvl1pPr>
              <a:defRPr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</a:lstStyle>
          <a:p>
            <a:fld id="{294A09A9-5501-47C1-A89A-A340965A2BE2}" type="slidenum">
              <a:rPr lang="en-US" altLang="ja-JP" noProof="0" smtClean="0"/>
              <a:pPr/>
              <a:t>‹#›</a:t>
            </a:fld>
            <a:endParaRPr lang="ja-JP" altLang="en-US" noProof="0" dirty="0"/>
          </a:p>
        </p:txBody>
      </p:sp>
      <p:sp>
        <p:nvSpPr>
          <p:cNvPr id="42" name="日付プレースホルダー 41">
            <a:extLst>
              <a:ext uri="{FF2B5EF4-FFF2-40B4-BE49-F238E27FC236}">
                <a16:creationId xmlns:a16="http://schemas.microsoft.com/office/drawing/2014/main" id="{29CE2856-DB8F-5603-C085-74C70560FAC8}"/>
              </a:ext>
            </a:extLst>
          </p:cNvPr>
          <p:cNvSpPr>
            <a:spLocks noGrp="1"/>
          </p:cNvSpPr>
          <p:nvPr>
            <p:ph type="dt" sz="half" idx="25"/>
          </p:nvPr>
        </p:nvSpPr>
        <p:spPr/>
        <p:txBody>
          <a:bodyPr rtlCol="0"/>
          <a:lstStyle>
            <a:defPPr>
              <a:defRPr lang="ja-JP"/>
            </a:defPPr>
            <a:lvl1pPr>
              <a:defRPr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</a:lstStyle>
          <a:p>
            <a:endParaRPr lang="ja-JP" altLang="en-US" noProof="0" dirty="0"/>
          </a:p>
        </p:txBody>
      </p:sp>
      <p:cxnSp>
        <p:nvCxnSpPr>
          <p:cNvPr id="4" name="直線​​コネクタ(S) 3">
            <a:extLst>
              <a:ext uri="{FF2B5EF4-FFF2-40B4-BE49-F238E27FC236}">
                <a16:creationId xmlns:a16="http://schemas.microsoft.com/office/drawing/2014/main" id="{979826C1-7A52-DA25-F422-EE62DED7D1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94360" y="2148840"/>
            <a:ext cx="2130552" cy="0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180892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セクションのタイトル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図プレースホルダー 3">
            <a:extLst>
              <a:ext uri="{FF2B5EF4-FFF2-40B4-BE49-F238E27FC236}">
                <a16:creationId xmlns:a16="http://schemas.microsoft.com/office/drawing/2014/main" id="{B79D0555-EBDC-B53A-212D-A5921795FEC8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12192000" cy="6880543"/>
          </a:xfrm>
          <a:custGeom>
            <a:avLst/>
            <a:gdLst>
              <a:gd name="connsiteX0" fmla="*/ 6309360 w 12192000"/>
              <a:gd name="connsiteY0" fmla="*/ 3951843 h 6880543"/>
              <a:gd name="connsiteX1" fmla="*/ 6309360 w 12192000"/>
              <a:gd name="connsiteY1" fmla="*/ 4052427 h 6880543"/>
              <a:gd name="connsiteX2" fmla="*/ 8442960 w 12192000"/>
              <a:gd name="connsiteY2" fmla="*/ 4052427 h 6880543"/>
              <a:gd name="connsiteX3" fmla="*/ 8442960 w 12192000"/>
              <a:gd name="connsiteY3" fmla="*/ 3951843 h 6880543"/>
              <a:gd name="connsiteX4" fmla="*/ 0 w 12192000"/>
              <a:gd name="connsiteY4" fmla="*/ 0 h 6880543"/>
              <a:gd name="connsiteX5" fmla="*/ 12192000 w 12192000"/>
              <a:gd name="connsiteY5" fmla="*/ 0 h 6880543"/>
              <a:gd name="connsiteX6" fmla="*/ 12192000 w 12192000"/>
              <a:gd name="connsiteY6" fmla="*/ 6880543 h 6880543"/>
              <a:gd name="connsiteX7" fmla="*/ 0 w 12192000"/>
              <a:gd name="connsiteY7" fmla="*/ 6880543 h 68805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6880543">
                <a:moveTo>
                  <a:pt x="6309360" y="3951843"/>
                </a:moveTo>
                <a:lnTo>
                  <a:pt x="6309360" y="4052427"/>
                </a:lnTo>
                <a:lnTo>
                  <a:pt x="8442960" y="4052427"/>
                </a:lnTo>
                <a:lnTo>
                  <a:pt x="8442960" y="3951843"/>
                </a:ln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6880543"/>
                </a:lnTo>
                <a:lnTo>
                  <a:pt x="0" y="6880543"/>
                </a:lnTo>
                <a:close/>
              </a:path>
            </a:pathLst>
          </a:custGeom>
        </p:spPr>
        <p:txBody>
          <a:bodyPr wrap="square" tIns="182880" rtlCol="0">
            <a:noAutofit/>
          </a:bodyPr>
          <a:lstStyle>
            <a:lvl1pPr marL="0" indent="0" algn="ctr">
              <a:buNone/>
              <a:defRPr lang="ja-JP" sz="200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</a:lstStyle>
          <a:p>
            <a:pPr rtl="0"/>
            <a:r>
              <a:rPr lang="ja-JP"/>
              <a:t>アイコンをクリックして画像を追加</a:t>
            </a:r>
          </a:p>
        </p:txBody>
      </p:sp>
      <p:sp>
        <p:nvSpPr>
          <p:cNvPr id="18" name="タイトル 1">
            <a:extLst>
              <a:ext uri="{FF2B5EF4-FFF2-40B4-BE49-F238E27FC236}">
                <a16:creationId xmlns:a16="http://schemas.microsoft.com/office/drawing/2014/main" id="{8D492973-78E3-D34E-835E-CF2D4517016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09359" y="444933"/>
            <a:ext cx="5477479" cy="3291840"/>
          </a:xfrm>
          <a:prstGeom prst="rect">
            <a:avLst/>
          </a:prstGeom>
        </p:spPr>
        <p:txBody>
          <a:bodyPr lIns="0" tIns="0" rIns="0" bIns="0" rtlCol="0" anchor="b" anchorCtr="0">
            <a:noAutofit/>
          </a:bodyPr>
          <a:lstStyle>
            <a:lvl1pPr>
              <a:defRPr lang="ja-JP" sz="6000" b="1" i="0" baseline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</a:lstStyle>
          <a:p>
            <a:pPr rtl="0"/>
            <a:r>
              <a:rPr lang="ja-JP"/>
              <a:t>クリックしてタイトルを追加 </a:t>
            </a:r>
          </a:p>
        </p:txBody>
      </p:sp>
      <p:sp>
        <p:nvSpPr>
          <p:cNvPr id="7" name="長方形 6">
            <a:extLst>
              <a:ext uri="{FF2B5EF4-FFF2-40B4-BE49-F238E27FC236}">
                <a16:creationId xmlns:a16="http://schemas.microsoft.com/office/drawing/2014/main" id="{D96BA398-1ED2-1FCA-63B9-8915A8C7A5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309360" y="3951843"/>
            <a:ext cx="2133600" cy="100584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ja-JP"/>
            </a:defPPr>
          </a:lstStyle>
          <a:p>
            <a:pPr algn="ctr" rtl="0"/>
            <a:endParaRPr lang="ja-JP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72916956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7104">
          <p15:clr>
            <a:srgbClr val="FBAE40"/>
          </p15:clr>
        </p15:guide>
        <p15:guide id="3" pos="4344" userDrawn="1">
          <p15:clr>
            <a:srgbClr val="FBAE40"/>
          </p15:clr>
        </p15:guide>
        <p15:guide id="4" pos="4560" userDrawn="1">
          <p15:clr>
            <a:srgbClr val="FBAE40"/>
          </p15:clr>
        </p15:guide>
        <p15:guide id="8" orient="horz" pos="1848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タイトル 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3B6987D-0137-DE42-B76B-FF621E808D9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299835" y="430529"/>
            <a:ext cx="5486400" cy="3291840"/>
          </a:xfrm>
          <a:prstGeom prst="rect">
            <a:avLst/>
          </a:prstGeom>
        </p:spPr>
        <p:txBody>
          <a:bodyPr lIns="0" tIns="0" rIns="0" bIns="0" rtlCol="0" anchor="b">
            <a:noAutofit/>
          </a:bodyPr>
          <a:lstStyle>
            <a:lvl1pPr algn="l">
              <a:lnSpc>
                <a:spcPct val="80000"/>
              </a:lnSpc>
              <a:defRPr lang="ja-JP" sz="6000" b="1" i="0" spc="100" baseline="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</a:lstStyle>
          <a:p>
            <a:pPr rtl="0"/>
            <a:r>
              <a:rPr lang="ja-JP" altLang="en-US" noProof="0" dirty="0"/>
              <a:t>クリックしてタイトルを追加 </a:t>
            </a:r>
          </a:p>
        </p:txBody>
      </p:sp>
      <p:sp>
        <p:nvSpPr>
          <p:cNvPr id="6" name="図プレースホルダー 5">
            <a:extLst>
              <a:ext uri="{FF2B5EF4-FFF2-40B4-BE49-F238E27FC236}">
                <a16:creationId xmlns:a16="http://schemas.microsoft.com/office/drawing/2014/main" id="{A9973BC6-F6E5-0B3B-C8AB-0AC4020D4E8B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0" y="-11113"/>
            <a:ext cx="5791200" cy="6880226"/>
          </a:xfrm>
        </p:spPr>
        <p:txBody>
          <a:bodyPr rtlCol="0">
            <a:normAutofit/>
          </a:bodyPr>
          <a:lstStyle>
            <a:lvl1pPr marL="0" indent="0" algn="ctr">
              <a:buNone/>
              <a:defRPr lang="ja-JP" sz="2000"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</a:lstStyle>
          <a:p>
            <a:pPr rtl="0"/>
            <a:r>
              <a:rPr lang="ja-JP" altLang="en-US" noProof="0" dirty="0"/>
              <a:t>アイコンをクリックして画像を追加</a:t>
            </a:r>
          </a:p>
        </p:txBody>
      </p:sp>
      <p:sp>
        <p:nvSpPr>
          <p:cNvPr id="18" name="テキスト プレースホルダー 29">
            <a:extLst>
              <a:ext uri="{FF2B5EF4-FFF2-40B4-BE49-F238E27FC236}">
                <a16:creationId xmlns:a16="http://schemas.microsoft.com/office/drawing/2014/main" id="{276A9CD7-E675-3048-86D3-3546A2F6B45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299835" y="4568602"/>
            <a:ext cx="5486400" cy="1645920"/>
          </a:xfrm>
        </p:spPr>
        <p:txBody>
          <a:bodyPr lIns="0" tIns="0" rIns="0" bIns="0" rtlCol="0">
            <a:noAutofit/>
          </a:bodyPr>
          <a:lstStyle>
            <a:lvl1pPr marL="0" indent="0">
              <a:buNone/>
              <a:defRPr lang="ja-JP" sz="2400" b="1" i="0">
                <a:solidFill>
                  <a:schemeClr val="tx2">
                    <a:lumMod val="7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  <a:lvl2pPr>
              <a:defRPr lang="ja-JP" sz="4000"/>
            </a:lvl2pPr>
            <a:lvl3pPr>
              <a:defRPr lang="ja-JP" sz="4000"/>
            </a:lvl3pPr>
            <a:lvl4pPr>
              <a:defRPr lang="ja-JP" sz="4000"/>
            </a:lvl4pPr>
            <a:lvl5pPr>
              <a:defRPr lang="ja-JP" sz="4000"/>
            </a:lvl5pPr>
          </a:lstStyle>
          <a:p>
            <a:pPr lvl="0" rtl="0"/>
            <a:r>
              <a:rPr lang="ja-JP" altLang="en-US" noProof="0" dirty="0"/>
              <a:t>クリックしてテキストを追加</a:t>
            </a:r>
          </a:p>
        </p:txBody>
      </p:sp>
      <p:cxnSp>
        <p:nvCxnSpPr>
          <p:cNvPr id="7" name="直線​​コネクタ(S) 6">
            <a:extLst>
              <a:ext uri="{FF2B5EF4-FFF2-40B4-BE49-F238E27FC236}">
                <a16:creationId xmlns:a16="http://schemas.microsoft.com/office/drawing/2014/main" id="{29169ED6-4B82-6844-119F-AC15CDF2D3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309360" y="3950208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879140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概要 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" name="直線​​コネクタ(S) 8">
            <a:extLst>
              <a:ext uri="{FF2B5EF4-FFF2-40B4-BE49-F238E27FC236}">
                <a16:creationId xmlns:a16="http://schemas.microsoft.com/office/drawing/2014/main" id="{C57F1500-1A16-D1EF-4F0C-030852B291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94360" y="2148840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10" name="グループ 9">
            <a:extLst>
              <a:ext uri="{FF2B5EF4-FFF2-40B4-BE49-F238E27FC236}">
                <a16:creationId xmlns:a16="http://schemas.microsoft.com/office/drawing/2014/main" id="{2D07A0BE-3890-193E-9439-F294E61A71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 userDrawn="1"/>
        </p:nvGrpSpPr>
        <p:grpSpPr bwMode="auto">
          <a:xfrm rot="16200000" flipV="1">
            <a:off x="0" y="3900132"/>
            <a:ext cx="2959226" cy="2959226"/>
            <a:chOff x="0" y="12289"/>
            <a:chExt cx="3550" cy="3551"/>
          </a:xfrm>
        </p:grpSpPr>
        <p:sp>
          <p:nvSpPr>
            <p:cNvPr id="11" name="フリーフォーム(F) 19">
              <a:extLst>
                <a:ext uri="{FF2B5EF4-FFF2-40B4-BE49-F238E27FC236}">
                  <a16:creationId xmlns:a16="http://schemas.microsoft.com/office/drawing/2014/main" id="{C05217ED-C258-E6CE-BA7F-28A6EA41BCD3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ja-JP"/>
              </a:defPPr>
            </a:lstStyle>
            <a:p>
              <a:pPr rtl="0"/>
              <a:endParaRPr lang="ja-JP" altLang="en-US" noProof="0" dirty="0">
                <a:latin typeface="Meiryo UI" panose="020B0604030504040204" pitchFamily="50" charset="-128"/>
                <a:ea typeface="Meiryo UI" panose="020B0604030504040204" pitchFamily="50" charset="-128"/>
              </a:endParaRPr>
            </a:p>
          </p:txBody>
        </p:sp>
        <p:sp>
          <p:nvSpPr>
            <p:cNvPr id="12" name="フリーフォーム(F) 20">
              <a:extLst>
                <a:ext uri="{FF2B5EF4-FFF2-40B4-BE49-F238E27FC236}">
                  <a16:creationId xmlns:a16="http://schemas.microsoft.com/office/drawing/2014/main" id="{F3E11A1F-14DD-BA35-D7D7-4D4ADEAA3484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ja-JP"/>
              </a:defPPr>
            </a:lstStyle>
            <a:p>
              <a:pPr rtl="0"/>
              <a:endParaRPr lang="ja-JP" altLang="en-US" noProof="0" dirty="0">
                <a:latin typeface="Meiryo UI" panose="020B0604030504040204" pitchFamily="50" charset="-128"/>
                <a:ea typeface="Meiryo UI" panose="020B0604030504040204" pitchFamily="50" charset="-128"/>
              </a:endParaRPr>
            </a:p>
          </p:txBody>
        </p:sp>
        <p:sp>
          <p:nvSpPr>
            <p:cNvPr id="13" name="フリーフォーム(F) 21">
              <a:extLst>
                <a:ext uri="{FF2B5EF4-FFF2-40B4-BE49-F238E27FC236}">
                  <a16:creationId xmlns:a16="http://schemas.microsoft.com/office/drawing/2014/main" id="{F14541B0-973F-7E21-1019-D2FB83C8C0D0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ja-JP"/>
              </a:defPPr>
            </a:lstStyle>
            <a:p>
              <a:pPr rtl="0"/>
              <a:endParaRPr lang="ja-JP" altLang="en-US" noProof="0" dirty="0">
                <a:latin typeface="Meiryo UI" panose="020B0604030504040204" pitchFamily="50" charset="-128"/>
                <a:ea typeface="Meiryo UI" panose="020B0604030504040204" pitchFamily="50" charset="-128"/>
              </a:endParaRPr>
            </a:p>
          </p:txBody>
        </p:sp>
      </p:grpSp>
      <p:sp>
        <p:nvSpPr>
          <p:cNvPr id="32" name="タイトル 1">
            <a:extLst>
              <a:ext uri="{FF2B5EF4-FFF2-40B4-BE49-F238E27FC236}">
                <a16:creationId xmlns:a16="http://schemas.microsoft.com/office/drawing/2014/main" id="{467E05B6-B7CB-1E4F-96BA-4B8CFE8B63D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4360" y="102875"/>
            <a:ext cx="10873740" cy="1680205"/>
          </a:xfrm>
          <a:prstGeom prst="rect">
            <a:avLst/>
          </a:prstGeom>
        </p:spPr>
        <p:txBody>
          <a:bodyPr lIns="0" tIns="0" rIns="0" bIns="0" rtlCol="0" anchor="b" anchorCtr="0">
            <a:noAutofit/>
          </a:bodyPr>
          <a:lstStyle>
            <a:lvl1pPr>
              <a:defRPr lang="ja-JP" sz="4400" b="1" i="0"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</a:lstStyle>
          <a:p>
            <a:pPr rtl="0"/>
            <a:r>
              <a:rPr lang="ja-JP" altLang="en-US" noProof="0" dirty="0"/>
              <a:t>クリックしてタイトルを追加 </a:t>
            </a:r>
          </a:p>
        </p:txBody>
      </p:sp>
      <p:sp>
        <p:nvSpPr>
          <p:cNvPr id="2" name="コンテンツ プレースホルダー 5">
            <a:extLst>
              <a:ext uri="{FF2B5EF4-FFF2-40B4-BE49-F238E27FC236}">
                <a16:creationId xmlns:a16="http://schemas.microsoft.com/office/drawing/2014/main" id="{F6FE0DC0-B0D7-F4D6-8038-177AD7A8C211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3657600" y="2282008"/>
            <a:ext cx="7810500" cy="3699328"/>
          </a:xfrm>
        </p:spPr>
        <p:txBody>
          <a:bodyPr lIns="0" tIns="228600" rIns="0" bIns="0" rtlCol="0">
            <a:normAutofit/>
          </a:bodyPr>
          <a:lstStyle>
            <a:lvl1pPr marL="283464" indent="-283464">
              <a:spcBef>
                <a:spcPts val="1800"/>
              </a:spcBef>
              <a:buFont typeface="Arial" panose="020B0604020202020204" pitchFamily="34" charset="0"/>
              <a:buChar char="•"/>
              <a:defRPr lang="ja-JP" sz="2000"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  <a:lvl2pPr indent="-283464">
              <a:spcBef>
                <a:spcPts val="1800"/>
              </a:spcBef>
              <a:defRPr lang="ja-JP" sz="2000">
                <a:latin typeface="Meiryo UI" panose="020B0604030504040204" pitchFamily="50" charset="-128"/>
                <a:ea typeface="Meiryo UI" panose="020B0604030504040204" pitchFamily="50" charset="-128"/>
              </a:defRPr>
            </a:lvl2pPr>
            <a:lvl3pPr indent="-283464">
              <a:spcBef>
                <a:spcPts val="1800"/>
              </a:spcBef>
              <a:defRPr lang="ja-JP" sz="2000">
                <a:latin typeface="Meiryo UI" panose="020B0604030504040204" pitchFamily="50" charset="-128"/>
                <a:ea typeface="Meiryo UI" panose="020B0604030504040204" pitchFamily="50" charset="-128"/>
              </a:defRPr>
            </a:lvl3pPr>
            <a:lvl4pPr indent="-283464">
              <a:spcBef>
                <a:spcPts val="1800"/>
              </a:spcBef>
              <a:defRPr lang="ja-JP" sz="2000">
                <a:latin typeface="Meiryo UI" panose="020B0604030504040204" pitchFamily="50" charset="-128"/>
                <a:ea typeface="Meiryo UI" panose="020B0604030504040204" pitchFamily="50" charset="-128"/>
              </a:defRPr>
            </a:lvl4pPr>
            <a:lvl5pPr indent="-283464">
              <a:spcBef>
                <a:spcPts val="1800"/>
              </a:spcBef>
              <a:defRPr lang="ja-JP" sz="2000">
                <a:latin typeface="Meiryo UI" panose="020B0604030504040204" pitchFamily="50" charset="-128"/>
                <a:ea typeface="Meiryo UI" panose="020B0604030504040204" pitchFamily="50" charset="-128"/>
              </a:defRPr>
            </a:lvl5pPr>
          </a:lstStyle>
          <a:p>
            <a:pPr lvl="0" rtl="0"/>
            <a:r>
              <a:rPr lang="ja-JP" altLang="en-US" noProof="0" dirty="0"/>
              <a:t>クリックしてコンテンツを追加</a:t>
            </a:r>
          </a:p>
          <a:p>
            <a:pPr lvl="1" rtl="0"/>
            <a:r>
              <a:rPr lang="ja-JP" altLang="en-US" noProof="0" dirty="0"/>
              <a:t>第 </a:t>
            </a:r>
            <a:r>
              <a:rPr lang="en-US" altLang="ja-JP" noProof="0" dirty="0"/>
              <a:t>2 </a:t>
            </a:r>
            <a:r>
              <a:rPr lang="ja-JP" altLang="en-US" noProof="0" dirty="0"/>
              <a:t>レベル</a:t>
            </a:r>
          </a:p>
          <a:p>
            <a:pPr lvl="2" rtl="0"/>
            <a:r>
              <a:rPr lang="ja-JP" altLang="en-US" noProof="0" dirty="0"/>
              <a:t>第 </a:t>
            </a:r>
            <a:r>
              <a:rPr lang="en-US" altLang="ja-JP" noProof="0" dirty="0"/>
              <a:t>3 </a:t>
            </a:r>
            <a:r>
              <a:rPr lang="ja-JP" altLang="en-US" noProof="0" dirty="0"/>
              <a:t>レベル</a:t>
            </a:r>
          </a:p>
          <a:p>
            <a:pPr lvl="3" rtl="0"/>
            <a:r>
              <a:rPr lang="ja-JP" altLang="en-US" noProof="0" dirty="0"/>
              <a:t>第 </a:t>
            </a:r>
            <a:r>
              <a:rPr lang="en-US" altLang="ja-JP" noProof="0" dirty="0"/>
              <a:t>4 </a:t>
            </a:r>
            <a:r>
              <a:rPr lang="ja-JP" altLang="en-US" noProof="0" dirty="0"/>
              <a:t>レベル</a:t>
            </a:r>
          </a:p>
          <a:p>
            <a:pPr lvl="4" rtl="0"/>
            <a:r>
              <a:rPr lang="ja-JP" altLang="en-US" noProof="0" dirty="0"/>
              <a:t>第 </a:t>
            </a:r>
            <a:r>
              <a:rPr lang="en-US" altLang="ja-JP" noProof="0" dirty="0"/>
              <a:t>5 </a:t>
            </a:r>
            <a:r>
              <a:rPr lang="ja-JP" altLang="en-US" noProof="0" dirty="0"/>
              <a:t>レベル</a:t>
            </a:r>
          </a:p>
        </p:txBody>
      </p:sp>
      <p:sp>
        <p:nvSpPr>
          <p:cNvPr id="8" name="スライド番号プレースホルダー 7">
            <a:extLst>
              <a:ext uri="{FF2B5EF4-FFF2-40B4-BE49-F238E27FC236}">
                <a16:creationId xmlns:a16="http://schemas.microsoft.com/office/drawing/2014/main" id="{7ED58739-4346-5104-B1AC-89ED035912AF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 rtlCol="0"/>
          <a:lstStyle>
            <a:defPPr>
              <a:defRPr lang="ja-JP"/>
            </a:defPPr>
            <a:lvl1pPr>
              <a:defRPr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</a:lstStyle>
          <a:p>
            <a:fld id="{294A09A9-5501-47C1-A89A-A340965A2BE2}" type="slidenum">
              <a:rPr lang="en-US" altLang="ja-JP" noProof="0" smtClean="0"/>
              <a:pPr/>
              <a:t>‹#›</a:t>
            </a:fld>
            <a:endParaRPr lang="ja-JP" altLang="en-US" noProof="0" dirty="0"/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E9272B8D-F380-9F1A-C8E6-BDD2352B1763}"/>
              </a:ext>
            </a:extLst>
          </p:cNvPr>
          <p:cNvSpPr>
            <a:spLocks noGrp="1"/>
          </p:cNvSpPr>
          <p:nvPr>
            <p:ph type="dt" sz="half" idx="21"/>
          </p:nvPr>
        </p:nvSpPr>
        <p:spPr/>
        <p:txBody>
          <a:bodyPr rtlCol="0"/>
          <a:lstStyle>
            <a:defPPr>
              <a:defRPr lang="ja-JP"/>
            </a:defPPr>
            <a:lvl1pPr>
              <a:defRPr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</a:lstStyle>
          <a:p>
            <a:endParaRPr lang="ja-JP" altLang="en-US" noProof="0" dirty="0"/>
          </a:p>
        </p:txBody>
      </p:sp>
    </p:spTree>
    <p:extLst>
      <p:ext uri="{BB962C8B-B14F-4D97-AF65-F5344CB8AC3E}">
        <p14:creationId xmlns:p14="http://schemas.microsoft.com/office/powerpoint/2010/main" val="140296414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304">
          <p15:clr>
            <a:srgbClr val="FBAE40"/>
          </p15:clr>
        </p15:guide>
        <p15:guide id="4" pos="5736">
          <p15:clr>
            <a:srgbClr val="FBAE40"/>
          </p15:clr>
        </p15:guide>
        <p15:guide id="5" pos="1944">
          <p15:clr>
            <a:srgbClr val="FBAE40"/>
          </p15:clr>
        </p15:guide>
        <p15:guide id="6" pos="4008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440">
          <p15:clr>
            <a:srgbClr val="FBAE40"/>
          </p15:clr>
        </p15:guide>
        <p15:guide id="9" orient="horz" pos="552">
          <p15:clr>
            <a:srgbClr val="FBAE40"/>
          </p15:clr>
        </p15:guide>
        <p15:guide id="10" pos="5352">
          <p15:clr>
            <a:srgbClr val="FBAE40"/>
          </p15:clr>
        </p15:guide>
        <p15:guide id="11" pos="3648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タイトル​​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3B6987D-0137-DE42-B76B-FF621E808D9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309904" y="411479"/>
            <a:ext cx="5486400" cy="3291840"/>
          </a:xfrm>
          <a:prstGeom prst="rect">
            <a:avLst/>
          </a:prstGeom>
        </p:spPr>
        <p:txBody>
          <a:bodyPr lIns="0" tIns="0" rIns="0" bIns="0" rtlCol="0" anchor="b">
            <a:noAutofit/>
          </a:bodyPr>
          <a:lstStyle>
            <a:lvl1pPr algn="l">
              <a:lnSpc>
                <a:spcPct val="80000"/>
              </a:lnSpc>
              <a:defRPr lang="ja-JP" sz="6000" b="1" i="0" spc="100" baseline="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</a:lstStyle>
          <a:p>
            <a:pPr rtl="0"/>
            <a:r>
              <a:rPr lang="ja-JP" altLang="en-US" noProof="0" dirty="0"/>
              <a:t>クリックしてタイトルを追加 </a:t>
            </a:r>
          </a:p>
        </p:txBody>
      </p:sp>
      <p:grpSp>
        <p:nvGrpSpPr>
          <p:cNvPr id="9" name="グループ 8">
            <a:extLst>
              <a:ext uri="{FF2B5EF4-FFF2-40B4-BE49-F238E27FC236}">
                <a16:creationId xmlns:a16="http://schemas.microsoft.com/office/drawing/2014/main" id="{C26C18C3-ED25-DD4B-BA72-24932D54DE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1" y="758752"/>
            <a:ext cx="6099248" cy="6099248"/>
            <a:chOff x="0" y="12289"/>
            <a:chExt cx="3550" cy="3551"/>
          </a:xfrm>
        </p:grpSpPr>
        <p:sp>
          <p:nvSpPr>
            <p:cNvPr id="10" name="フリーフォーム(F) 9">
              <a:extLst>
                <a:ext uri="{FF2B5EF4-FFF2-40B4-BE49-F238E27FC236}">
                  <a16:creationId xmlns:a16="http://schemas.microsoft.com/office/drawing/2014/main" id="{C07CC263-2515-F147-8CC5-F8E9FF9FA8E4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ja-JP"/>
              </a:defPPr>
            </a:lstStyle>
            <a:p>
              <a:pPr rtl="0"/>
              <a:endParaRPr lang="ja-JP" altLang="en-US" noProof="0" dirty="0">
                <a:latin typeface="Meiryo UI" panose="020B0604030504040204" pitchFamily="50" charset="-128"/>
                <a:ea typeface="Meiryo UI" panose="020B0604030504040204" pitchFamily="50" charset="-128"/>
              </a:endParaRPr>
            </a:p>
          </p:txBody>
        </p:sp>
        <p:sp>
          <p:nvSpPr>
            <p:cNvPr id="11" name="フリーフォーム(F) 10">
              <a:extLst>
                <a:ext uri="{FF2B5EF4-FFF2-40B4-BE49-F238E27FC236}">
                  <a16:creationId xmlns:a16="http://schemas.microsoft.com/office/drawing/2014/main" id="{43B40037-7481-524B-8685-404D965690F2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ja-JP"/>
              </a:defPPr>
            </a:lstStyle>
            <a:p>
              <a:pPr rtl="0"/>
              <a:endParaRPr lang="ja-JP" altLang="en-US" noProof="0" dirty="0">
                <a:latin typeface="Meiryo UI" panose="020B0604030504040204" pitchFamily="50" charset="-128"/>
                <a:ea typeface="Meiryo UI" panose="020B0604030504040204" pitchFamily="50" charset="-128"/>
              </a:endParaRPr>
            </a:p>
          </p:txBody>
        </p:sp>
        <p:sp>
          <p:nvSpPr>
            <p:cNvPr id="12" name="フリーフォーム(F) 11">
              <a:extLst>
                <a:ext uri="{FF2B5EF4-FFF2-40B4-BE49-F238E27FC236}">
                  <a16:creationId xmlns:a16="http://schemas.microsoft.com/office/drawing/2014/main" id="{7B759713-8408-EE47-9394-3DA6F5E4B624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ja-JP"/>
              </a:defPPr>
            </a:lstStyle>
            <a:p>
              <a:pPr rtl="0"/>
              <a:endParaRPr lang="ja-JP" altLang="en-US" noProof="0" dirty="0">
                <a:latin typeface="Meiryo UI" panose="020B0604030504040204" pitchFamily="50" charset="-128"/>
                <a:ea typeface="Meiryo UI" panose="020B0604030504040204" pitchFamily="50" charset="-128"/>
              </a:endParaRPr>
            </a:p>
          </p:txBody>
        </p:sp>
      </p:grpSp>
      <p:cxnSp>
        <p:nvCxnSpPr>
          <p:cNvPr id="13" name="直線​​コネクタ(S) 12">
            <a:extLst>
              <a:ext uri="{FF2B5EF4-FFF2-40B4-BE49-F238E27FC236}">
                <a16:creationId xmlns:a16="http://schemas.microsoft.com/office/drawing/2014/main" id="{A69706A2-3726-FE4E-B923-E75D485978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309360" y="3950208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8" name="テキスト プレースホルダー 29">
            <a:extLst>
              <a:ext uri="{FF2B5EF4-FFF2-40B4-BE49-F238E27FC236}">
                <a16:creationId xmlns:a16="http://schemas.microsoft.com/office/drawing/2014/main" id="{276A9CD7-E675-3048-86D3-3546A2F6B45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309905" y="4549552"/>
            <a:ext cx="5486400" cy="1645920"/>
          </a:xfrm>
        </p:spPr>
        <p:txBody>
          <a:bodyPr lIns="0" tIns="0" rIns="0" bIns="0" rtlCol="0">
            <a:noAutofit/>
          </a:bodyPr>
          <a:lstStyle>
            <a:lvl1pPr marL="0" indent="0">
              <a:buNone/>
              <a:defRPr lang="ja-JP" sz="2400" b="1" i="0">
                <a:solidFill>
                  <a:schemeClr val="tx2">
                    <a:lumMod val="7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  <a:lvl2pPr>
              <a:defRPr lang="ja-JP" sz="4000"/>
            </a:lvl2pPr>
            <a:lvl3pPr>
              <a:defRPr lang="ja-JP" sz="4000"/>
            </a:lvl3pPr>
            <a:lvl4pPr>
              <a:defRPr lang="ja-JP" sz="4000"/>
            </a:lvl4pPr>
            <a:lvl5pPr>
              <a:defRPr lang="ja-JP" sz="4000"/>
            </a:lvl5pPr>
          </a:lstStyle>
          <a:p>
            <a:pPr lvl="0" rtl="0"/>
            <a:r>
              <a:rPr lang="ja-JP" altLang="en-US" noProof="0" dirty="0"/>
              <a:t>クリックしてテキストを追加</a:t>
            </a:r>
          </a:p>
        </p:txBody>
      </p:sp>
    </p:spTree>
    <p:extLst>
      <p:ext uri="{BB962C8B-B14F-4D97-AF65-F5344CB8AC3E}">
        <p14:creationId xmlns:p14="http://schemas.microsoft.com/office/powerpoint/2010/main" val="20271085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タイトルと 2 段組 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グループ 10">
            <a:extLst>
              <a:ext uri="{FF2B5EF4-FFF2-40B4-BE49-F238E27FC236}">
                <a16:creationId xmlns:a16="http://schemas.microsoft.com/office/drawing/2014/main" id="{C97D5AF2-684A-4A8D-3D82-B57D7AC446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 userDrawn="1"/>
        </p:nvGrpSpPr>
        <p:grpSpPr bwMode="auto">
          <a:xfrm rot="10800000">
            <a:off x="8870040" y="0"/>
            <a:ext cx="3325208" cy="3325208"/>
            <a:chOff x="0" y="12289"/>
            <a:chExt cx="3550" cy="3551"/>
          </a:xfrm>
        </p:grpSpPr>
        <p:sp>
          <p:nvSpPr>
            <p:cNvPr id="12" name="フリーフォーム(F) 4">
              <a:extLst>
                <a:ext uri="{FF2B5EF4-FFF2-40B4-BE49-F238E27FC236}">
                  <a16:creationId xmlns:a16="http://schemas.microsoft.com/office/drawing/2014/main" id="{8CF5F650-F8F0-F4FE-44DA-1F14ADE428B2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ja-JP"/>
              </a:defPPr>
            </a:lstStyle>
            <a:p>
              <a:pPr rtl="0"/>
              <a:endParaRPr lang="ja-JP" altLang="en-US" noProof="0" dirty="0">
                <a:latin typeface="Meiryo UI" panose="020B0604030504040204" pitchFamily="50" charset="-128"/>
                <a:ea typeface="Meiryo UI" panose="020B0604030504040204" pitchFamily="50" charset="-128"/>
              </a:endParaRPr>
            </a:p>
          </p:txBody>
        </p:sp>
        <p:sp>
          <p:nvSpPr>
            <p:cNvPr id="13" name="フリーフォーム(F) 5">
              <a:extLst>
                <a:ext uri="{FF2B5EF4-FFF2-40B4-BE49-F238E27FC236}">
                  <a16:creationId xmlns:a16="http://schemas.microsoft.com/office/drawing/2014/main" id="{18870924-E47D-404F-59B5-BD1C58F7B04C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ja-JP"/>
              </a:defPPr>
            </a:lstStyle>
            <a:p>
              <a:pPr rtl="0"/>
              <a:endParaRPr lang="ja-JP" altLang="en-US" noProof="0" dirty="0">
                <a:latin typeface="Meiryo UI" panose="020B0604030504040204" pitchFamily="50" charset="-128"/>
                <a:ea typeface="Meiryo UI" panose="020B0604030504040204" pitchFamily="50" charset="-128"/>
              </a:endParaRPr>
            </a:p>
          </p:txBody>
        </p:sp>
        <p:sp>
          <p:nvSpPr>
            <p:cNvPr id="14" name="フリーフォーム(F) 7">
              <a:extLst>
                <a:ext uri="{FF2B5EF4-FFF2-40B4-BE49-F238E27FC236}">
                  <a16:creationId xmlns:a16="http://schemas.microsoft.com/office/drawing/2014/main" id="{80806A65-E4FC-2F52-65B3-CC181E620C29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ja-JP"/>
              </a:defPPr>
            </a:lstStyle>
            <a:p>
              <a:pPr rtl="0"/>
              <a:endParaRPr lang="ja-JP" altLang="en-US" noProof="0" dirty="0">
                <a:latin typeface="Meiryo UI" panose="020B0604030504040204" pitchFamily="50" charset="-128"/>
                <a:ea typeface="Meiryo UI" panose="020B0604030504040204" pitchFamily="50" charset="-128"/>
              </a:endParaRPr>
            </a:p>
          </p:txBody>
        </p:sp>
      </p:grpSp>
      <p:sp>
        <p:nvSpPr>
          <p:cNvPr id="16" name="タイトル 1">
            <a:extLst>
              <a:ext uri="{FF2B5EF4-FFF2-40B4-BE49-F238E27FC236}">
                <a16:creationId xmlns:a16="http://schemas.microsoft.com/office/drawing/2014/main" id="{109B023A-F28F-184D-BA48-3F1C0502AE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4360" y="278129"/>
            <a:ext cx="9778365" cy="1494596"/>
          </a:xfrm>
          <a:prstGeom prst="rect">
            <a:avLst/>
          </a:prstGeom>
        </p:spPr>
        <p:txBody>
          <a:bodyPr lIns="0" tIns="0" rIns="0" bIns="0" rtlCol="0" anchor="b" anchorCtr="0">
            <a:noAutofit/>
          </a:bodyPr>
          <a:lstStyle>
            <a:lvl1pPr>
              <a:defRPr lang="ja-JP" sz="4400" b="1" i="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</a:lstStyle>
          <a:p>
            <a:pPr rtl="0"/>
            <a:r>
              <a:rPr lang="ja-JP" altLang="en-US" noProof="0" dirty="0"/>
              <a:t>クリックしてタイトルを追加 </a:t>
            </a:r>
          </a:p>
        </p:txBody>
      </p:sp>
      <p:sp>
        <p:nvSpPr>
          <p:cNvPr id="2" name="コンテンツ プレースホルダー 5">
            <a:extLst>
              <a:ext uri="{FF2B5EF4-FFF2-40B4-BE49-F238E27FC236}">
                <a16:creationId xmlns:a16="http://schemas.microsoft.com/office/drawing/2014/main" id="{F14DA3C5-63E4-BAFB-1D68-47F71EEEE538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594360" y="2676525"/>
            <a:ext cx="4490827" cy="3597470"/>
          </a:xfrm>
        </p:spPr>
        <p:txBody>
          <a:bodyPr lIns="0" tIns="45720" rIns="0" bIns="0" rtlCol="0">
            <a:normAutofit/>
          </a:bodyPr>
          <a:lstStyle>
            <a:lvl1pPr marL="0" indent="0">
              <a:spcBef>
                <a:spcPts val="1800"/>
              </a:spcBef>
              <a:buFont typeface="Arial" panose="020B0604020202020204" pitchFamily="34" charset="0"/>
              <a:buNone/>
              <a:defRPr lang="ja-JP" sz="2000"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  <a:lvl2pPr marL="283464" indent="-283464">
              <a:spcBef>
                <a:spcPts val="1800"/>
              </a:spcBef>
              <a:defRPr lang="ja-JP" sz="2000">
                <a:latin typeface="Meiryo UI" panose="020B0604030504040204" pitchFamily="50" charset="-128"/>
                <a:ea typeface="Meiryo UI" panose="020B0604030504040204" pitchFamily="50" charset="-128"/>
              </a:defRPr>
            </a:lvl2pPr>
            <a:lvl3pPr marL="594360" indent="-283464">
              <a:spcBef>
                <a:spcPts val="1800"/>
              </a:spcBef>
              <a:defRPr lang="ja-JP" sz="2000">
                <a:latin typeface="Meiryo UI" panose="020B0604030504040204" pitchFamily="50" charset="-128"/>
                <a:ea typeface="Meiryo UI" panose="020B0604030504040204" pitchFamily="50" charset="-128"/>
              </a:defRPr>
            </a:lvl3pPr>
            <a:lvl4pPr marL="822960" indent="-283464">
              <a:spcBef>
                <a:spcPts val="1800"/>
              </a:spcBef>
              <a:defRPr lang="ja-JP" sz="2000">
                <a:latin typeface="Meiryo UI" panose="020B0604030504040204" pitchFamily="50" charset="-128"/>
                <a:ea typeface="Meiryo UI" panose="020B0604030504040204" pitchFamily="50" charset="-128"/>
              </a:defRPr>
            </a:lvl4pPr>
            <a:lvl5pPr marL="1005840" indent="-283464">
              <a:spcBef>
                <a:spcPts val="1800"/>
              </a:spcBef>
              <a:defRPr lang="ja-JP" sz="2000">
                <a:latin typeface="Meiryo UI" panose="020B0604030504040204" pitchFamily="50" charset="-128"/>
                <a:ea typeface="Meiryo UI" panose="020B0604030504040204" pitchFamily="50" charset="-128"/>
              </a:defRPr>
            </a:lvl5pPr>
          </a:lstStyle>
          <a:p>
            <a:pPr lvl="0" rtl="0"/>
            <a:r>
              <a:rPr lang="ja-JP" altLang="en-US" noProof="0" dirty="0"/>
              <a:t>クリックしてコンテンツを追加</a:t>
            </a:r>
          </a:p>
          <a:p>
            <a:pPr lvl="1" rtl="0"/>
            <a:r>
              <a:rPr lang="ja-JP" altLang="en-US" noProof="0" dirty="0"/>
              <a:t>第 </a:t>
            </a:r>
            <a:r>
              <a:rPr lang="en-US" altLang="ja-JP" noProof="0" dirty="0"/>
              <a:t>2 </a:t>
            </a:r>
            <a:r>
              <a:rPr lang="ja-JP" altLang="en-US" noProof="0" dirty="0"/>
              <a:t>レベル</a:t>
            </a:r>
          </a:p>
          <a:p>
            <a:pPr lvl="2" rtl="0"/>
            <a:r>
              <a:rPr lang="ja-JP" altLang="en-US" noProof="0" dirty="0"/>
              <a:t>第 </a:t>
            </a:r>
            <a:r>
              <a:rPr lang="en-US" altLang="ja-JP" noProof="0" dirty="0"/>
              <a:t>3 </a:t>
            </a:r>
            <a:r>
              <a:rPr lang="ja-JP" altLang="en-US" noProof="0" dirty="0"/>
              <a:t>レベル</a:t>
            </a:r>
          </a:p>
          <a:p>
            <a:pPr lvl="3" rtl="0"/>
            <a:r>
              <a:rPr lang="ja-JP" altLang="en-US" noProof="0" dirty="0"/>
              <a:t>第 </a:t>
            </a:r>
            <a:r>
              <a:rPr lang="en-US" altLang="ja-JP" noProof="0" dirty="0"/>
              <a:t>4 </a:t>
            </a:r>
            <a:r>
              <a:rPr lang="ja-JP" altLang="en-US" noProof="0" dirty="0"/>
              <a:t>レベル</a:t>
            </a:r>
          </a:p>
          <a:p>
            <a:pPr lvl="4" rtl="0"/>
            <a:r>
              <a:rPr lang="ja-JP" altLang="en-US" noProof="0" dirty="0"/>
              <a:t>第 </a:t>
            </a:r>
            <a:r>
              <a:rPr lang="en-US" altLang="ja-JP" noProof="0" dirty="0"/>
              <a:t>5 </a:t>
            </a:r>
            <a:r>
              <a:rPr lang="ja-JP" altLang="en-US" noProof="0" dirty="0"/>
              <a:t>レベル</a:t>
            </a:r>
          </a:p>
        </p:txBody>
      </p:sp>
      <p:sp>
        <p:nvSpPr>
          <p:cNvPr id="3" name="コンテンツ プレースホルダー 5">
            <a:extLst>
              <a:ext uri="{FF2B5EF4-FFF2-40B4-BE49-F238E27FC236}">
                <a16:creationId xmlns:a16="http://schemas.microsoft.com/office/drawing/2014/main" id="{BD11386D-847E-8CF5-E56A-42E80A65A089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5881898" y="2676525"/>
            <a:ext cx="4490827" cy="3597470"/>
          </a:xfrm>
        </p:spPr>
        <p:txBody>
          <a:bodyPr lIns="0" tIns="45720" rIns="0" bIns="0" rtlCol="0">
            <a:normAutofit/>
          </a:bodyPr>
          <a:lstStyle>
            <a:lvl1pPr marL="0" indent="0">
              <a:spcBef>
                <a:spcPts val="1800"/>
              </a:spcBef>
              <a:buFont typeface="Arial" panose="020B0604020202020204" pitchFamily="34" charset="0"/>
              <a:buNone/>
              <a:defRPr lang="ja-JP" sz="2000"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  <a:lvl2pPr marL="283464" indent="-283464">
              <a:spcBef>
                <a:spcPts val="1800"/>
              </a:spcBef>
              <a:defRPr lang="ja-JP" sz="2000">
                <a:latin typeface="Meiryo UI" panose="020B0604030504040204" pitchFamily="50" charset="-128"/>
                <a:ea typeface="Meiryo UI" panose="020B0604030504040204" pitchFamily="50" charset="-128"/>
              </a:defRPr>
            </a:lvl2pPr>
            <a:lvl3pPr marL="548640" indent="-283464">
              <a:spcBef>
                <a:spcPts val="1800"/>
              </a:spcBef>
              <a:defRPr lang="ja-JP" sz="2000">
                <a:latin typeface="Meiryo UI" panose="020B0604030504040204" pitchFamily="50" charset="-128"/>
                <a:ea typeface="Meiryo UI" panose="020B0604030504040204" pitchFamily="50" charset="-128"/>
              </a:defRPr>
            </a:lvl3pPr>
            <a:lvl4pPr marL="822960" indent="-283464">
              <a:spcBef>
                <a:spcPts val="1800"/>
              </a:spcBef>
              <a:defRPr lang="ja-JP" sz="2000">
                <a:latin typeface="Meiryo UI" panose="020B0604030504040204" pitchFamily="50" charset="-128"/>
                <a:ea typeface="Meiryo UI" panose="020B0604030504040204" pitchFamily="50" charset="-128"/>
              </a:defRPr>
            </a:lvl4pPr>
            <a:lvl5pPr marL="1005840" indent="-283464">
              <a:spcBef>
                <a:spcPts val="1800"/>
              </a:spcBef>
              <a:defRPr lang="ja-JP" sz="2000">
                <a:latin typeface="Meiryo UI" panose="020B0604030504040204" pitchFamily="50" charset="-128"/>
                <a:ea typeface="Meiryo UI" panose="020B0604030504040204" pitchFamily="50" charset="-128"/>
              </a:defRPr>
            </a:lvl5pPr>
          </a:lstStyle>
          <a:p>
            <a:pPr lvl="0" rtl="0"/>
            <a:r>
              <a:rPr lang="ja-JP" altLang="en-US" noProof="0" dirty="0"/>
              <a:t>クリックしてコンテンツを追加</a:t>
            </a:r>
          </a:p>
          <a:p>
            <a:pPr lvl="1" rtl="0"/>
            <a:r>
              <a:rPr lang="ja-JP" altLang="en-US" noProof="0" dirty="0"/>
              <a:t>第 </a:t>
            </a:r>
            <a:r>
              <a:rPr lang="en-US" altLang="ja-JP" noProof="0" dirty="0"/>
              <a:t>2 </a:t>
            </a:r>
            <a:r>
              <a:rPr lang="ja-JP" altLang="en-US" noProof="0" dirty="0"/>
              <a:t>レベル</a:t>
            </a:r>
          </a:p>
          <a:p>
            <a:pPr lvl="2" rtl="0"/>
            <a:r>
              <a:rPr lang="ja-JP" altLang="en-US" noProof="0" dirty="0"/>
              <a:t>第 </a:t>
            </a:r>
            <a:r>
              <a:rPr lang="en-US" altLang="ja-JP" noProof="0" dirty="0"/>
              <a:t>3 </a:t>
            </a:r>
            <a:r>
              <a:rPr lang="ja-JP" altLang="en-US" noProof="0" dirty="0"/>
              <a:t>レベル</a:t>
            </a:r>
          </a:p>
          <a:p>
            <a:pPr lvl="3" rtl="0"/>
            <a:r>
              <a:rPr lang="ja-JP" altLang="en-US" noProof="0" dirty="0"/>
              <a:t>第 </a:t>
            </a:r>
            <a:r>
              <a:rPr lang="en-US" altLang="ja-JP" noProof="0" dirty="0"/>
              <a:t>4 </a:t>
            </a:r>
            <a:r>
              <a:rPr lang="ja-JP" altLang="en-US" noProof="0" dirty="0"/>
              <a:t>レベル</a:t>
            </a:r>
          </a:p>
          <a:p>
            <a:pPr lvl="4" rtl="0"/>
            <a:r>
              <a:rPr lang="ja-JP" altLang="en-US" noProof="0" dirty="0"/>
              <a:t>第 </a:t>
            </a:r>
            <a:r>
              <a:rPr lang="en-US" altLang="ja-JP" noProof="0" dirty="0"/>
              <a:t>5 </a:t>
            </a:r>
            <a:r>
              <a:rPr lang="ja-JP" altLang="en-US" noProof="0" dirty="0"/>
              <a:t>レベル</a:t>
            </a:r>
          </a:p>
        </p:txBody>
      </p:sp>
      <p:sp>
        <p:nvSpPr>
          <p:cNvPr id="10" name="スライド番号プレースホルダー 9">
            <a:extLst>
              <a:ext uri="{FF2B5EF4-FFF2-40B4-BE49-F238E27FC236}">
                <a16:creationId xmlns:a16="http://schemas.microsoft.com/office/drawing/2014/main" id="{05D79B4B-A9BD-581F-536E-DE7CF728F8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defPPr>
              <a:defRPr lang="ja-JP"/>
            </a:defPPr>
            <a:lvl1pPr>
              <a:defRPr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</a:lstStyle>
          <a:p>
            <a:fld id="{294A09A9-5501-47C1-A89A-A340965A2BE2}" type="slidenum">
              <a:rPr lang="en-US" altLang="ja-JP" smtClean="0"/>
              <a:pPr/>
              <a:t>‹#›</a:t>
            </a:fld>
            <a:endParaRPr lang="en-US" altLang="en-US" dirty="0"/>
          </a:p>
        </p:txBody>
      </p:sp>
      <p:sp>
        <p:nvSpPr>
          <p:cNvPr id="8" name="日付プレースホルダー 7">
            <a:extLst>
              <a:ext uri="{FF2B5EF4-FFF2-40B4-BE49-F238E27FC236}">
                <a16:creationId xmlns:a16="http://schemas.microsoft.com/office/drawing/2014/main" id="{C5EA2E64-5690-A56B-7051-476EC7BADA55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 rtlCol="0"/>
          <a:lstStyle>
            <a:defPPr>
              <a:defRPr lang="ja-JP"/>
            </a:defPPr>
            <a:lvl1pPr>
              <a:defRPr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</a:lstStyle>
          <a:p>
            <a:endParaRPr lang="ja-JP" altLang="en-US" dirty="0"/>
          </a:p>
        </p:txBody>
      </p:sp>
      <p:cxnSp>
        <p:nvCxnSpPr>
          <p:cNvPr id="4" name="直線​​コネクタ(S) 3">
            <a:extLst>
              <a:ext uri="{FF2B5EF4-FFF2-40B4-BE49-F238E27FC236}">
                <a16:creationId xmlns:a16="http://schemas.microsoft.com/office/drawing/2014/main" id="{E66081BA-9135-73B1-DCE5-77FD12431F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94360" y="2148840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4105695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880">
          <p15:clr>
            <a:srgbClr val="FBAE40"/>
          </p15:clr>
        </p15:guide>
        <p15:guide id="4" pos="5160">
          <p15:clr>
            <a:srgbClr val="FBAE40"/>
          </p15:clr>
        </p15:guide>
        <p15:guide id="5" pos="2520">
          <p15:clr>
            <a:srgbClr val="FBAE40"/>
          </p15:clr>
        </p15:guide>
        <p15:guide id="6" pos="4800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392">
          <p15:clr>
            <a:srgbClr val="FBAE40"/>
          </p15:clr>
        </p15:guide>
        <p15:guide id="10" orient="horz" pos="552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タイトルとコンテンツ 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グループ 10">
            <a:extLst>
              <a:ext uri="{FF2B5EF4-FFF2-40B4-BE49-F238E27FC236}">
                <a16:creationId xmlns:a16="http://schemas.microsoft.com/office/drawing/2014/main" id="{42E558A9-6DD6-E21D-3A8F-6707E1DD19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6362700" y="0"/>
            <a:ext cx="5829298" cy="3235602"/>
            <a:chOff x="5612972" y="1"/>
            <a:chExt cx="6615961" cy="3672246"/>
          </a:xfrm>
        </p:grpSpPr>
        <p:sp>
          <p:nvSpPr>
            <p:cNvPr id="12" name="オートシェイプ 24">
              <a:extLst>
                <a:ext uri="{FF2B5EF4-FFF2-40B4-BE49-F238E27FC236}">
                  <a16:creationId xmlns:a16="http://schemas.microsoft.com/office/drawing/2014/main" id="{3FC994E4-318C-1E66-B4E4-8F8FD08E098F}"/>
                </a:ext>
              </a:extLst>
            </p:cNvPr>
            <p:cNvSpPr>
              <a:spLocks/>
            </p:cNvSpPr>
            <p:nvPr/>
          </p:nvSpPr>
          <p:spPr bwMode="auto">
            <a:xfrm>
              <a:off x="5612972" y="1"/>
              <a:ext cx="4408998" cy="3672246"/>
            </a:xfrm>
            <a:custGeom>
              <a:avLst/>
              <a:gdLst>
                <a:gd name="T0" fmla="+- 0 8372 6586"/>
                <a:gd name="T1" fmla="*/ T0 w 3578"/>
                <a:gd name="T2" fmla="*/ 591 h 2980"/>
                <a:gd name="T3" fmla="+- 0 7780 6586"/>
                <a:gd name="T4" fmla="*/ T3 w 3578"/>
                <a:gd name="T5" fmla="*/ 0 h 2980"/>
                <a:gd name="T6" fmla="+- 0 6586 6586"/>
                <a:gd name="T7" fmla="*/ T6 w 3578"/>
                <a:gd name="T8" fmla="*/ 0 h 2980"/>
                <a:gd name="T9" fmla="+- 0 7774 6586"/>
                <a:gd name="T10" fmla="*/ T9 w 3578"/>
                <a:gd name="T11" fmla="*/ 1188 h 2980"/>
                <a:gd name="T12" fmla="+- 0 8372 6586"/>
                <a:gd name="T13" fmla="*/ T12 w 3578"/>
                <a:gd name="T14" fmla="*/ 591 h 2980"/>
                <a:gd name="T15" fmla="+- 0 10163 6586"/>
                <a:gd name="T16" fmla="*/ T15 w 3578"/>
                <a:gd name="T17" fmla="*/ 2383 h 2980"/>
                <a:gd name="T18" fmla="+- 0 9566 6586"/>
                <a:gd name="T19" fmla="*/ T18 w 3578"/>
                <a:gd name="T20" fmla="*/ 1786 h 2980"/>
                <a:gd name="T21" fmla="+- 0 8969 6586"/>
                <a:gd name="T22" fmla="*/ T21 w 3578"/>
                <a:gd name="T23" fmla="*/ 2383 h 2980"/>
                <a:gd name="T24" fmla="+- 0 9566 6586"/>
                <a:gd name="T25" fmla="*/ T24 w 3578"/>
                <a:gd name="T26" fmla="*/ 2980 h 2980"/>
                <a:gd name="T27" fmla="+- 0 10163 6586"/>
                <a:gd name="T28" fmla="*/ T27 w 3578"/>
                <a:gd name="T29" fmla="*/ 2383 h 2980"/>
              </a:gdLst>
              <a:ahLst/>
              <a:cxnLst>
                <a:cxn ang="0">
                  <a:pos x="T1" y="T2"/>
                </a:cxn>
                <a:cxn ang="0">
                  <a:pos x="T4" y="T5"/>
                </a:cxn>
                <a:cxn ang="0">
                  <a:pos x="T7" y="T8"/>
                </a:cxn>
                <a:cxn ang="0">
                  <a:pos x="T10" y="T11"/>
                </a:cxn>
                <a:cxn ang="0">
                  <a:pos x="T13" y="T14"/>
                </a:cxn>
                <a:cxn ang="0">
                  <a:pos x="T16" y="T17"/>
                </a:cxn>
                <a:cxn ang="0">
                  <a:pos x="T19" y="T20"/>
                </a:cxn>
                <a:cxn ang="0">
                  <a:pos x="T22" y="T23"/>
                </a:cxn>
                <a:cxn ang="0">
                  <a:pos x="T25" y="T26"/>
                </a:cxn>
                <a:cxn ang="0">
                  <a:pos x="T28" y="T29"/>
                </a:cxn>
              </a:cxnLst>
              <a:rect l="0" t="0" r="r" b="b"/>
              <a:pathLst>
                <a:path w="3578" h="2980">
                  <a:moveTo>
                    <a:pt x="1786" y="591"/>
                  </a:moveTo>
                  <a:lnTo>
                    <a:pt x="1194" y="0"/>
                  </a:lnTo>
                  <a:lnTo>
                    <a:pt x="0" y="0"/>
                  </a:lnTo>
                  <a:lnTo>
                    <a:pt x="1188" y="1188"/>
                  </a:lnTo>
                  <a:lnTo>
                    <a:pt x="1786" y="591"/>
                  </a:lnTo>
                  <a:moveTo>
                    <a:pt x="3577" y="2383"/>
                  </a:moveTo>
                  <a:lnTo>
                    <a:pt x="2980" y="1786"/>
                  </a:lnTo>
                  <a:lnTo>
                    <a:pt x="2383" y="2383"/>
                  </a:lnTo>
                  <a:lnTo>
                    <a:pt x="2980" y="2980"/>
                  </a:lnTo>
                  <a:lnTo>
                    <a:pt x="3577" y="2383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ja-JP"/>
              </a:defPPr>
            </a:lstStyle>
            <a:p>
              <a:pPr rtl="0"/>
              <a:endParaRPr lang="ja-JP" altLang="en-US" noProof="0" dirty="0">
                <a:latin typeface="Meiryo UI" panose="020B0604030504040204" pitchFamily="50" charset="-128"/>
                <a:ea typeface="Meiryo UI" panose="020B0604030504040204" pitchFamily="50" charset="-128"/>
              </a:endParaRPr>
            </a:p>
          </p:txBody>
        </p:sp>
        <p:sp>
          <p:nvSpPr>
            <p:cNvPr id="13" name="フリーフォーム(F) 7">
              <a:extLst>
                <a:ext uri="{FF2B5EF4-FFF2-40B4-BE49-F238E27FC236}">
                  <a16:creationId xmlns:a16="http://schemas.microsoft.com/office/drawing/2014/main" id="{17C00E6B-F625-6D6C-8364-9DD9F3C3628F}"/>
                </a:ext>
              </a:extLst>
            </p:cNvPr>
            <p:cNvSpPr>
              <a:spLocks/>
            </p:cNvSpPr>
            <p:nvPr/>
          </p:nvSpPr>
          <p:spPr bwMode="auto">
            <a:xfrm>
              <a:off x="6341233" y="1463970"/>
              <a:ext cx="2208196" cy="2208277"/>
            </a:xfrm>
            <a:custGeom>
              <a:avLst/>
              <a:gdLst>
                <a:gd name="T0" fmla="+- 0 7774 7177"/>
                <a:gd name="T1" fmla="*/ T0 w 1792"/>
                <a:gd name="T2" fmla="+- 0 1188 1188"/>
                <a:gd name="T3" fmla="*/ 1188 h 1792"/>
                <a:gd name="T4" fmla="+- 0 7177 7177"/>
                <a:gd name="T5" fmla="*/ T4 w 1792"/>
                <a:gd name="T6" fmla="+- 0 1786 1188"/>
                <a:gd name="T7" fmla="*/ 1786 h 1792"/>
                <a:gd name="T8" fmla="+- 0 8372 7177"/>
                <a:gd name="T9" fmla="*/ T8 w 1792"/>
                <a:gd name="T10" fmla="+- 0 2980 1188"/>
                <a:gd name="T11" fmla="*/ 2980 h 1792"/>
                <a:gd name="T12" fmla="+- 0 8969 7177"/>
                <a:gd name="T13" fmla="*/ T12 w 1792"/>
                <a:gd name="T14" fmla="+- 0 2383 1188"/>
                <a:gd name="T15" fmla="*/ 2383 h 1792"/>
                <a:gd name="T16" fmla="+- 0 7774 7177"/>
                <a:gd name="T17" fmla="*/ T16 w 1792"/>
                <a:gd name="T18" fmla="+- 0 1188 1188"/>
                <a:gd name="T19" fmla="*/ 1188 h 1792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1792" h="1792">
                  <a:moveTo>
                    <a:pt x="597" y="0"/>
                  </a:moveTo>
                  <a:lnTo>
                    <a:pt x="0" y="598"/>
                  </a:lnTo>
                  <a:lnTo>
                    <a:pt x="1195" y="1792"/>
                  </a:lnTo>
                  <a:lnTo>
                    <a:pt x="1792" y="1195"/>
                  </a:lnTo>
                  <a:lnTo>
                    <a:pt x="597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ja-JP"/>
              </a:defPPr>
            </a:lstStyle>
            <a:p>
              <a:pPr rtl="0"/>
              <a:endParaRPr lang="ja-JP" altLang="en-US" noProof="0" dirty="0">
                <a:latin typeface="Meiryo UI" panose="020B0604030504040204" pitchFamily="50" charset="-128"/>
                <a:ea typeface="Meiryo UI" panose="020B0604030504040204" pitchFamily="50" charset="-128"/>
              </a:endParaRPr>
            </a:p>
          </p:txBody>
        </p:sp>
        <p:sp>
          <p:nvSpPr>
            <p:cNvPr id="14" name="フリーフォーム(F) 8">
              <a:extLst>
                <a:ext uri="{FF2B5EF4-FFF2-40B4-BE49-F238E27FC236}">
                  <a16:creationId xmlns:a16="http://schemas.microsoft.com/office/drawing/2014/main" id="{C6197B87-4F65-7981-9463-84830CD3687F}"/>
                </a:ext>
              </a:extLst>
            </p:cNvPr>
            <p:cNvSpPr>
              <a:spLocks/>
            </p:cNvSpPr>
            <p:nvPr/>
          </p:nvSpPr>
          <p:spPr bwMode="auto">
            <a:xfrm>
              <a:off x="8555590" y="1"/>
              <a:ext cx="1457754" cy="729520"/>
            </a:xfrm>
            <a:custGeom>
              <a:avLst/>
              <a:gdLst>
                <a:gd name="T0" fmla="+- 0 10158 8975"/>
                <a:gd name="T1" fmla="*/ T0 w 1183"/>
                <a:gd name="T2" fmla="*/ 0 h 592"/>
                <a:gd name="T3" fmla="+- 0 8975 8975"/>
                <a:gd name="T4" fmla="*/ T3 w 1183"/>
                <a:gd name="T5" fmla="*/ 0 h 592"/>
                <a:gd name="T6" fmla="+- 0 9566 8975"/>
                <a:gd name="T7" fmla="*/ T6 w 1183"/>
                <a:gd name="T8" fmla="*/ 591 h 592"/>
                <a:gd name="T9" fmla="+- 0 10158 8975"/>
                <a:gd name="T10" fmla="*/ T9 w 1183"/>
                <a:gd name="T11" fmla="*/ 0 h 592"/>
              </a:gdLst>
              <a:ahLst/>
              <a:cxnLst>
                <a:cxn ang="0">
                  <a:pos x="T1" y="T2"/>
                </a:cxn>
                <a:cxn ang="0">
                  <a:pos x="T4" y="T5"/>
                </a:cxn>
                <a:cxn ang="0">
                  <a:pos x="T7" y="T8"/>
                </a:cxn>
                <a:cxn ang="0">
                  <a:pos x="T10" y="T11"/>
                </a:cxn>
              </a:cxnLst>
              <a:rect l="0" t="0" r="r" b="b"/>
              <a:pathLst>
                <a:path w="1183" h="592">
                  <a:moveTo>
                    <a:pt x="1183" y="0"/>
                  </a:moveTo>
                  <a:lnTo>
                    <a:pt x="0" y="0"/>
                  </a:lnTo>
                  <a:lnTo>
                    <a:pt x="591" y="591"/>
                  </a:lnTo>
                  <a:lnTo>
                    <a:pt x="1183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ja-JP"/>
              </a:defPPr>
            </a:lstStyle>
            <a:p>
              <a:pPr rtl="0"/>
              <a:endParaRPr lang="ja-JP" altLang="en-US" noProof="0" dirty="0">
                <a:latin typeface="Meiryo UI" panose="020B0604030504040204" pitchFamily="50" charset="-128"/>
                <a:ea typeface="Meiryo UI" panose="020B0604030504040204" pitchFamily="50" charset="-128"/>
              </a:endParaRPr>
            </a:p>
          </p:txBody>
        </p:sp>
        <p:sp>
          <p:nvSpPr>
            <p:cNvPr id="18" name="フリーフォーム(F) 9">
              <a:extLst>
                <a:ext uri="{FF2B5EF4-FFF2-40B4-BE49-F238E27FC236}">
                  <a16:creationId xmlns:a16="http://schemas.microsoft.com/office/drawing/2014/main" id="{86AA517C-7217-D864-B7E7-40984A2880DB}"/>
                </a:ext>
              </a:extLst>
            </p:cNvPr>
            <p:cNvSpPr>
              <a:spLocks/>
            </p:cNvSpPr>
            <p:nvPr/>
          </p:nvSpPr>
          <p:spPr bwMode="auto">
            <a:xfrm>
              <a:off x="7076887" y="728289"/>
              <a:ext cx="2208196" cy="2208277"/>
            </a:xfrm>
            <a:custGeom>
              <a:avLst/>
              <a:gdLst>
                <a:gd name="T0" fmla="+- 0 8372 7774"/>
                <a:gd name="T1" fmla="*/ T0 w 1792"/>
                <a:gd name="T2" fmla="+- 0 591 591"/>
                <a:gd name="T3" fmla="*/ 591 h 1792"/>
                <a:gd name="T4" fmla="+- 0 7774 7774"/>
                <a:gd name="T5" fmla="*/ T4 w 1792"/>
                <a:gd name="T6" fmla="+- 0 1188 591"/>
                <a:gd name="T7" fmla="*/ 1188 h 1792"/>
                <a:gd name="T8" fmla="+- 0 8969 7774"/>
                <a:gd name="T9" fmla="*/ T8 w 1792"/>
                <a:gd name="T10" fmla="+- 0 2383 591"/>
                <a:gd name="T11" fmla="*/ 2383 h 1792"/>
                <a:gd name="T12" fmla="+- 0 9566 7774"/>
                <a:gd name="T13" fmla="*/ T12 w 1792"/>
                <a:gd name="T14" fmla="+- 0 1786 591"/>
                <a:gd name="T15" fmla="*/ 1786 h 1792"/>
                <a:gd name="T16" fmla="+- 0 8372 7774"/>
                <a:gd name="T17" fmla="*/ T16 w 1792"/>
                <a:gd name="T18" fmla="+- 0 591 591"/>
                <a:gd name="T19" fmla="*/ 591 h 1792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1792" h="1792">
                  <a:moveTo>
                    <a:pt x="598" y="0"/>
                  </a:moveTo>
                  <a:lnTo>
                    <a:pt x="0" y="597"/>
                  </a:lnTo>
                  <a:lnTo>
                    <a:pt x="1195" y="1792"/>
                  </a:lnTo>
                  <a:lnTo>
                    <a:pt x="1792" y="1195"/>
                  </a:lnTo>
                  <a:lnTo>
                    <a:pt x="598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ja-JP"/>
              </a:defPPr>
            </a:lstStyle>
            <a:p>
              <a:pPr rtl="0"/>
              <a:endParaRPr lang="ja-JP" altLang="en-US" noProof="0" dirty="0">
                <a:latin typeface="Meiryo UI" panose="020B0604030504040204" pitchFamily="50" charset="-128"/>
                <a:ea typeface="Meiryo UI" panose="020B0604030504040204" pitchFamily="50" charset="-128"/>
              </a:endParaRPr>
            </a:p>
          </p:txBody>
        </p:sp>
        <p:sp>
          <p:nvSpPr>
            <p:cNvPr id="19" name="フリーフォーム(F) 10">
              <a:extLst>
                <a:ext uri="{FF2B5EF4-FFF2-40B4-BE49-F238E27FC236}">
                  <a16:creationId xmlns:a16="http://schemas.microsoft.com/office/drawing/2014/main" id="{524013C6-491C-CAA2-5BD6-7C73596711CC}"/>
                </a:ext>
              </a:extLst>
            </p:cNvPr>
            <p:cNvSpPr>
              <a:spLocks/>
            </p:cNvSpPr>
            <p:nvPr/>
          </p:nvSpPr>
          <p:spPr bwMode="auto">
            <a:xfrm>
              <a:off x="9285083" y="728289"/>
              <a:ext cx="2943850" cy="2943958"/>
            </a:xfrm>
            <a:custGeom>
              <a:avLst/>
              <a:gdLst>
                <a:gd name="T0" fmla="+- 0 11955 9566"/>
                <a:gd name="T1" fmla="*/ T0 w 2389"/>
                <a:gd name="T2" fmla="+- 0 1786 591"/>
                <a:gd name="T3" fmla="*/ 1786 h 2389"/>
                <a:gd name="T4" fmla="+- 0 10760 9566"/>
                <a:gd name="T5" fmla="*/ T4 w 2389"/>
                <a:gd name="T6" fmla="+- 0 591 591"/>
                <a:gd name="T7" fmla="*/ 591 h 2389"/>
                <a:gd name="T8" fmla="+- 0 9566 9566"/>
                <a:gd name="T9" fmla="*/ T8 w 2389"/>
                <a:gd name="T10" fmla="+- 0 1786 591"/>
                <a:gd name="T11" fmla="*/ 1786 h 2389"/>
                <a:gd name="T12" fmla="+- 0 10760 9566"/>
                <a:gd name="T13" fmla="*/ T12 w 2389"/>
                <a:gd name="T14" fmla="+- 0 2980 591"/>
                <a:gd name="T15" fmla="*/ 2980 h 2389"/>
                <a:gd name="T16" fmla="+- 0 11955 9566"/>
                <a:gd name="T17" fmla="*/ T16 w 2389"/>
                <a:gd name="T18" fmla="+- 0 1786 591"/>
                <a:gd name="T19" fmla="*/ 1786 h 2389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2389" h="2389">
                  <a:moveTo>
                    <a:pt x="2389" y="1195"/>
                  </a:moveTo>
                  <a:lnTo>
                    <a:pt x="1194" y="0"/>
                  </a:lnTo>
                  <a:lnTo>
                    <a:pt x="0" y="1195"/>
                  </a:lnTo>
                  <a:lnTo>
                    <a:pt x="1194" y="2389"/>
                  </a:lnTo>
                  <a:lnTo>
                    <a:pt x="2389" y="1195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ja-JP"/>
              </a:defPPr>
            </a:lstStyle>
            <a:p>
              <a:pPr rtl="0"/>
              <a:endParaRPr lang="ja-JP" altLang="en-US" noProof="0" dirty="0">
                <a:latin typeface="Meiryo UI" panose="020B0604030504040204" pitchFamily="50" charset="-128"/>
                <a:ea typeface="Meiryo UI" panose="020B0604030504040204" pitchFamily="50" charset="-128"/>
              </a:endParaRPr>
            </a:p>
          </p:txBody>
        </p:sp>
      </p:grpSp>
      <p:sp>
        <p:nvSpPr>
          <p:cNvPr id="16" name="タイトル 1">
            <a:extLst>
              <a:ext uri="{FF2B5EF4-FFF2-40B4-BE49-F238E27FC236}">
                <a16:creationId xmlns:a16="http://schemas.microsoft.com/office/drawing/2014/main" id="{109B023A-F28F-184D-BA48-3F1C0502AE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18885" y="3499667"/>
            <a:ext cx="4939666" cy="2542810"/>
          </a:xfrm>
          <a:prstGeom prst="rect">
            <a:avLst/>
          </a:prstGeom>
        </p:spPr>
        <p:txBody>
          <a:bodyPr lIns="0" tIns="0" rIns="0" bIns="0" rtlCol="0" anchor="b" anchorCtr="0">
            <a:noAutofit/>
          </a:bodyPr>
          <a:lstStyle>
            <a:lvl1pPr>
              <a:defRPr lang="ja-JP" sz="4400" b="1" i="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</a:lstStyle>
          <a:p>
            <a:pPr rtl="0"/>
            <a:r>
              <a:rPr lang="ja-JP" altLang="en-US" noProof="0" dirty="0"/>
              <a:t>クリックしてタイトルを追加 </a:t>
            </a:r>
          </a:p>
        </p:txBody>
      </p:sp>
      <p:cxnSp>
        <p:nvCxnSpPr>
          <p:cNvPr id="4" name="直線​​コネクタ(S) 3">
            <a:extLst>
              <a:ext uri="{FF2B5EF4-FFF2-40B4-BE49-F238E27FC236}">
                <a16:creationId xmlns:a16="http://schemas.microsoft.com/office/drawing/2014/main" id="{E66081BA-9135-73B1-DCE5-77FD12431F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347460" y="6313170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" name="コンテンツ プレースホルダー 5">
            <a:extLst>
              <a:ext uri="{FF2B5EF4-FFF2-40B4-BE49-F238E27FC236}">
                <a16:creationId xmlns:a16="http://schemas.microsoft.com/office/drawing/2014/main" id="{8007FA9C-C4D5-89EC-C457-5F329A338E1E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603885" y="457201"/>
            <a:ext cx="5198269" cy="2305050"/>
          </a:xfrm>
        </p:spPr>
        <p:txBody>
          <a:bodyPr lIns="0" tIns="274320" rtlCol="0">
            <a:normAutofit/>
          </a:bodyPr>
          <a:lstStyle>
            <a:lvl1pPr marL="457200" indent="-457200">
              <a:spcBef>
                <a:spcPts val="1800"/>
              </a:spcBef>
              <a:buFont typeface="+mj-lt"/>
              <a:buAutoNum type="arabicPeriod"/>
              <a:defRPr lang="ja-JP" sz="2000"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  <a:lvl2pPr marL="914400" indent="-457200">
              <a:spcBef>
                <a:spcPts val="1800"/>
              </a:spcBef>
              <a:buFont typeface="+mj-lt"/>
              <a:buAutoNum type="alphaLcPeriod"/>
              <a:defRPr lang="ja-JP" sz="2000">
                <a:latin typeface="Meiryo UI" panose="020B0604030504040204" pitchFamily="50" charset="-128"/>
                <a:ea typeface="Meiryo UI" panose="020B0604030504040204" pitchFamily="50" charset="-128"/>
              </a:defRPr>
            </a:lvl2pPr>
            <a:lvl3pPr marL="1371600" indent="-457200">
              <a:spcBef>
                <a:spcPts val="1800"/>
              </a:spcBef>
              <a:buFont typeface="+mj-lt"/>
              <a:buAutoNum type="arabicParenR"/>
              <a:defRPr lang="ja-JP" sz="2000">
                <a:latin typeface="Meiryo UI" panose="020B0604030504040204" pitchFamily="50" charset="-128"/>
                <a:ea typeface="Meiryo UI" panose="020B0604030504040204" pitchFamily="50" charset="-128"/>
              </a:defRPr>
            </a:lvl3pPr>
            <a:lvl4pPr marL="1371600" indent="0">
              <a:spcBef>
                <a:spcPts val="1800"/>
              </a:spcBef>
              <a:buFont typeface="+mj-lt"/>
              <a:buNone/>
              <a:defRPr lang="ja-JP" sz="2000">
                <a:latin typeface="Meiryo UI" panose="020B0604030504040204" pitchFamily="50" charset="-128"/>
                <a:ea typeface="Meiryo UI" panose="020B0604030504040204" pitchFamily="50" charset="-128"/>
              </a:defRPr>
            </a:lvl4pPr>
            <a:lvl5pPr marL="2286000" indent="-457200">
              <a:spcBef>
                <a:spcPts val="1800"/>
              </a:spcBef>
              <a:buFont typeface="+mj-lt"/>
              <a:buAutoNum type="arabicPeriod"/>
              <a:defRPr lang="ja-JP" sz="2000"/>
            </a:lvl5pPr>
          </a:lstStyle>
          <a:p>
            <a:pPr lvl="0" rtl="0"/>
            <a:r>
              <a:rPr lang="ja-JP" altLang="en-US" noProof="0" dirty="0"/>
              <a:t>クリックしてコンテンツを追加</a:t>
            </a:r>
          </a:p>
          <a:p>
            <a:pPr lvl="1" rtl="0"/>
            <a:r>
              <a:rPr lang="ja-JP" altLang="en-US" noProof="0" dirty="0"/>
              <a:t>第 </a:t>
            </a:r>
            <a:r>
              <a:rPr lang="en-US" altLang="ja-JP" noProof="0" dirty="0"/>
              <a:t>2 </a:t>
            </a:r>
            <a:r>
              <a:rPr lang="ja-JP" altLang="en-US" noProof="0" dirty="0"/>
              <a:t>レベル</a:t>
            </a:r>
          </a:p>
          <a:p>
            <a:pPr lvl="2" rtl="0"/>
            <a:r>
              <a:rPr lang="ja-JP" altLang="en-US" noProof="0" dirty="0"/>
              <a:t>第 </a:t>
            </a:r>
            <a:r>
              <a:rPr lang="en-US" altLang="ja-JP" noProof="0" dirty="0"/>
              <a:t>3 </a:t>
            </a:r>
            <a:r>
              <a:rPr lang="ja-JP" altLang="en-US" noProof="0" dirty="0"/>
              <a:t>レベル</a:t>
            </a:r>
          </a:p>
          <a:p>
            <a:pPr lvl="3" rtl="0"/>
            <a:endParaRPr lang="ja-JP" altLang="en-US" noProof="0" dirty="0"/>
          </a:p>
        </p:txBody>
      </p:sp>
      <p:sp>
        <p:nvSpPr>
          <p:cNvPr id="2" name="コンテンツ プレースホルダー 5">
            <a:extLst>
              <a:ext uri="{FF2B5EF4-FFF2-40B4-BE49-F238E27FC236}">
                <a16:creationId xmlns:a16="http://schemas.microsoft.com/office/drawing/2014/main" id="{3AC171DA-232D-44C1-6B93-40BACB298F4B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594360" y="2810595"/>
            <a:ext cx="5198269" cy="3319513"/>
          </a:xfrm>
        </p:spPr>
        <p:txBody>
          <a:bodyPr lIns="0" tIns="45720" rIns="0" bIns="0" rtlCol="0">
            <a:normAutofit/>
          </a:bodyPr>
          <a:lstStyle>
            <a:lvl1pPr marL="0" indent="0">
              <a:spcBef>
                <a:spcPts val="1800"/>
              </a:spcBef>
              <a:buFont typeface="Arial" panose="020B0604020202020204" pitchFamily="34" charset="0"/>
              <a:buNone/>
              <a:defRPr lang="ja-JP" sz="2000"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  <a:lvl2pPr marL="283464" indent="-283464">
              <a:spcBef>
                <a:spcPts val="1800"/>
              </a:spcBef>
              <a:defRPr lang="ja-JP" sz="2000">
                <a:latin typeface="Meiryo UI" panose="020B0604030504040204" pitchFamily="50" charset="-128"/>
                <a:ea typeface="Meiryo UI" panose="020B0604030504040204" pitchFamily="50" charset="-128"/>
              </a:defRPr>
            </a:lvl2pPr>
            <a:lvl3pPr marL="548640" indent="-283464">
              <a:spcBef>
                <a:spcPts val="1800"/>
              </a:spcBef>
              <a:defRPr lang="ja-JP" sz="2000">
                <a:latin typeface="Meiryo UI" panose="020B0604030504040204" pitchFamily="50" charset="-128"/>
                <a:ea typeface="Meiryo UI" panose="020B0604030504040204" pitchFamily="50" charset="-128"/>
              </a:defRPr>
            </a:lvl3pPr>
            <a:lvl4pPr marL="822960" indent="-283464">
              <a:spcBef>
                <a:spcPts val="1800"/>
              </a:spcBef>
              <a:defRPr lang="ja-JP" sz="2000">
                <a:latin typeface="Meiryo UI" panose="020B0604030504040204" pitchFamily="50" charset="-128"/>
                <a:ea typeface="Meiryo UI" panose="020B0604030504040204" pitchFamily="50" charset="-128"/>
              </a:defRPr>
            </a:lvl4pPr>
            <a:lvl5pPr marL="1005840" indent="-283464">
              <a:spcBef>
                <a:spcPts val="1800"/>
              </a:spcBef>
              <a:defRPr lang="ja-JP" sz="2000">
                <a:latin typeface="Meiryo UI" panose="020B0604030504040204" pitchFamily="50" charset="-128"/>
                <a:ea typeface="Meiryo UI" panose="020B0604030504040204" pitchFamily="50" charset="-128"/>
              </a:defRPr>
            </a:lvl5pPr>
          </a:lstStyle>
          <a:p>
            <a:pPr lvl="0" rtl="0"/>
            <a:r>
              <a:rPr lang="ja-JP" altLang="en-US" noProof="0" dirty="0"/>
              <a:t>クリックしてコンテンツを追加</a:t>
            </a:r>
          </a:p>
          <a:p>
            <a:pPr lvl="1" rtl="0"/>
            <a:r>
              <a:rPr lang="ja-JP" altLang="en-US" noProof="0" dirty="0"/>
              <a:t>第 </a:t>
            </a:r>
            <a:r>
              <a:rPr lang="en-US" altLang="ja-JP" noProof="0" dirty="0"/>
              <a:t>2 </a:t>
            </a:r>
            <a:r>
              <a:rPr lang="ja-JP" altLang="en-US" noProof="0" dirty="0"/>
              <a:t>レベル</a:t>
            </a:r>
          </a:p>
          <a:p>
            <a:pPr lvl="2" rtl="0"/>
            <a:r>
              <a:rPr lang="ja-JP" altLang="en-US" noProof="0" dirty="0"/>
              <a:t>第 </a:t>
            </a:r>
            <a:r>
              <a:rPr lang="en-US" altLang="ja-JP" noProof="0" dirty="0"/>
              <a:t>3 </a:t>
            </a:r>
            <a:r>
              <a:rPr lang="ja-JP" altLang="en-US" noProof="0" dirty="0"/>
              <a:t>レベル</a:t>
            </a:r>
          </a:p>
          <a:p>
            <a:pPr lvl="3" rtl="0"/>
            <a:r>
              <a:rPr lang="ja-JP" altLang="en-US" noProof="0" dirty="0"/>
              <a:t>第 </a:t>
            </a:r>
            <a:r>
              <a:rPr lang="en-US" altLang="ja-JP" noProof="0" dirty="0"/>
              <a:t>4 </a:t>
            </a:r>
            <a:r>
              <a:rPr lang="ja-JP" altLang="en-US" noProof="0" dirty="0"/>
              <a:t>レベル</a:t>
            </a:r>
          </a:p>
          <a:p>
            <a:pPr lvl="4" rtl="0"/>
            <a:r>
              <a:rPr lang="ja-JP" altLang="en-US" noProof="0" dirty="0"/>
              <a:t>第 </a:t>
            </a:r>
            <a:r>
              <a:rPr lang="en-US" altLang="ja-JP" noProof="0" dirty="0"/>
              <a:t>5 </a:t>
            </a:r>
            <a:r>
              <a:rPr lang="ja-JP" altLang="en-US" noProof="0" dirty="0"/>
              <a:t>レベル</a:t>
            </a:r>
          </a:p>
        </p:txBody>
      </p:sp>
      <p:sp>
        <p:nvSpPr>
          <p:cNvPr id="10" name="スライド番号プレースホルダー 9">
            <a:extLst>
              <a:ext uri="{FF2B5EF4-FFF2-40B4-BE49-F238E27FC236}">
                <a16:creationId xmlns:a16="http://schemas.microsoft.com/office/drawing/2014/main" id="{05D79B4B-A9BD-581F-536E-DE7CF728F8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defPPr>
              <a:defRPr lang="ja-JP"/>
            </a:defPPr>
            <a:lvl1pPr>
              <a:defRPr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</a:lstStyle>
          <a:p>
            <a:fld id="{294A09A9-5501-47C1-A89A-A340965A2BE2}" type="slidenum">
              <a:rPr lang="en-US" altLang="ja-JP" smtClean="0"/>
              <a:pPr/>
              <a:t>‹#›</a:t>
            </a:fld>
            <a:endParaRPr lang="en-US" altLang="en-US" dirty="0"/>
          </a:p>
        </p:txBody>
      </p:sp>
      <p:sp>
        <p:nvSpPr>
          <p:cNvPr id="8" name="日付プレースホルダー 7">
            <a:extLst>
              <a:ext uri="{FF2B5EF4-FFF2-40B4-BE49-F238E27FC236}">
                <a16:creationId xmlns:a16="http://schemas.microsoft.com/office/drawing/2014/main" id="{C5EA2E64-5690-A56B-7051-476EC7BADA55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 rtlCol="0"/>
          <a:lstStyle>
            <a:defPPr>
              <a:defRPr lang="ja-JP"/>
            </a:defPPr>
            <a:lvl1pPr>
              <a:defRPr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</a:lstStyle>
          <a:p>
            <a:endParaRPr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55460680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880">
          <p15:clr>
            <a:srgbClr val="FBAE40"/>
          </p15:clr>
        </p15:guide>
        <p15:guide id="4" pos="5160">
          <p15:clr>
            <a:srgbClr val="FBAE40"/>
          </p15:clr>
        </p15:guide>
        <p15:guide id="5" pos="2520">
          <p15:clr>
            <a:srgbClr val="FBAE40"/>
          </p15:clr>
        </p15:guide>
        <p15:guide id="6" pos="4800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392">
          <p15:clr>
            <a:srgbClr val="FBAE40"/>
          </p15:clr>
        </p15:guide>
        <p15:guide id="10" orient="horz" pos="552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タイトル、コンテンツ、画像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タイトル 1">
            <a:extLst>
              <a:ext uri="{FF2B5EF4-FFF2-40B4-BE49-F238E27FC236}">
                <a16:creationId xmlns:a16="http://schemas.microsoft.com/office/drawing/2014/main" id="{109B023A-F28F-184D-BA48-3F1C0502AE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75310" y="278129"/>
            <a:ext cx="5063490" cy="2354026"/>
          </a:xfrm>
          <a:prstGeom prst="rect">
            <a:avLst/>
          </a:prstGeom>
        </p:spPr>
        <p:txBody>
          <a:bodyPr lIns="0" tIns="0" rIns="0" bIns="0" rtlCol="0" anchor="b" anchorCtr="0">
            <a:noAutofit/>
          </a:bodyPr>
          <a:lstStyle>
            <a:lvl1pPr>
              <a:defRPr lang="ja-JP" sz="4400" b="1" i="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</a:lstStyle>
          <a:p>
            <a:pPr rtl="0"/>
            <a:r>
              <a:rPr lang="ja-JP" altLang="en-US" noProof="0" dirty="0"/>
              <a:t>クリックしてタイトルを追加 </a:t>
            </a:r>
          </a:p>
        </p:txBody>
      </p:sp>
      <p:sp>
        <p:nvSpPr>
          <p:cNvPr id="3" name="コンテンツ プレースホルダー 5">
            <a:extLst>
              <a:ext uri="{FF2B5EF4-FFF2-40B4-BE49-F238E27FC236}">
                <a16:creationId xmlns:a16="http://schemas.microsoft.com/office/drawing/2014/main" id="{1EF4505D-6803-3813-7738-049963427819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594360" y="3279579"/>
            <a:ext cx="5044440" cy="2994415"/>
          </a:xfrm>
        </p:spPr>
        <p:txBody>
          <a:bodyPr lIns="0" tIns="228600" rIns="0" bIns="0" rtlCol="0">
            <a:normAutofit/>
          </a:bodyPr>
          <a:lstStyle>
            <a:lvl1pPr marL="0" indent="0">
              <a:spcBef>
                <a:spcPts val="1800"/>
              </a:spcBef>
              <a:buFont typeface="Arial" panose="020B0604020202020204" pitchFamily="34" charset="0"/>
              <a:buNone/>
              <a:defRPr lang="ja-JP" sz="2000"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  <a:lvl2pPr indent="-283464">
              <a:spcBef>
                <a:spcPts val="1800"/>
              </a:spcBef>
              <a:defRPr lang="ja-JP" sz="2000">
                <a:latin typeface="Meiryo UI" panose="020B0604030504040204" pitchFamily="50" charset="-128"/>
                <a:ea typeface="Meiryo UI" panose="020B0604030504040204" pitchFamily="50" charset="-128"/>
              </a:defRPr>
            </a:lvl2pPr>
            <a:lvl3pPr indent="-283464">
              <a:spcBef>
                <a:spcPts val="1800"/>
              </a:spcBef>
              <a:defRPr lang="ja-JP" sz="2000">
                <a:latin typeface="Meiryo UI" panose="020B0604030504040204" pitchFamily="50" charset="-128"/>
                <a:ea typeface="Meiryo UI" panose="020B0604030504040204" pitchFamily="50" charset="-128"/>
              </a:defRPr>
            </a:lvl3pPr>
            <a:lvl4pPr indent="-283464">
              <a:spcBef>
                <a:spcPts val="1800"/>
              </a:spcBef>
              <a:defRPr lang="ja-JP" sz="2000">
                <a:latin typeface="Meiryo UI" panose="020B0604030504040204" pitchFamily="50" charset="-128"/>
                <a:ea typeface="Meiryo UI" panose="020B0604030504040204" pitchFamily="50" charset="-128"/>
              </a:defRPr>
            </a:lvl4pPr>
            <a:lvl5pPr indent="-283464">
              <a:spcBef>
                <a:spcPts val="1800"/>
              </a:spcBef>
              <a:defRPr lang="ja-JP" sz="2000">
                <a:latin typeface="Meiryo UI" panose="020B0604030504040204" pitchFamily="50" charset="-128"/>
                <a:ea typeface="Meiryo UI" panose="020B0604030504040204" pitchFamily="50" charset="-128"/>
              </a:defRPr>
            </a:lvl5pPr>
          </a:lstStyle>
          <a:p>
            <a:pPr lvl="0" rtl="0"/>
            <a:r>
              <a:rPr lang="ja-JP" altLang="en-US" noProof="0" dirty="0"/>
              <a:t>クリックしてコンテンツを追加</a:t>
            </a:r>
          </a:p>
          <a:p>
            <a:pPr lvl="1" rtl="0"/>
            <a:r>
              <a:rPr lang="ja-JP" altLang="en-US" noProof="0" dirty="0"/>
              <a:t>第 </a:t>
            </a:r>
            <a:r>
              <a:rPr lang="en-US" altLang="ja-JP" noProof="0" dirty="0"/>
              <a:t>2 </a:t>
            </a:r>
            <a:r>
              <a:rPr lang="ja-JP" altLang="en-US" noProof="0" dirty="0"/>
              <a:t>レベル</a:t>
            </a:r>
          </a:p>
          <a:p>
            <a:pPr lvl="2" rtl="0"/>
            <a:r>
              <a:rPr lang="ja-JP" altLang="en-US" noProof="0" dirty="0"/>
              <a:t>第 </a:t>
            </a:r>
            <a:r>
              <a:rPr lang="en-US" altLang="ja-JP" noProof="0" dirty="0"/>
              <a:t>3 </a:t>
            </a:r>
            <a:r>
              <a:rPr lang="ja-JP" altLang="en-US" noProof="0" dirty="0"/>
              <a:t>レベル</a:t>
            </a:r>
          </a:p>
          <a:p>
            <a:pPr lvl="3" rtl="0"/>
            <a:r>
              <a:rPr lang="ja-JP" altLang="en-US" noProof="0" dirty="0"/>
              <a:t>第 </a:t>
            </a:r>
            <a:r>
              <a:rPr lang="en-US" altLang="ja-JP" noProof="0" dirty="0"/>
              <a:t>4 </a:t>
            </a:r>
            <a:r>
              <a:rPr lang="ja-JP" altLang="en-US" noProof="0" dirty="0"/>
              <a:t>レベル</a:t>
            </a:r>
          </a:p>
          <a:p>
            <a:pPr lvl="4" rtl="0"/>
            <a:r>
              <a:rPr lang="ja-JP" altLang="en-US" noProof="0" dirty="0"/>
              <a:t>第 </a:t>
            </a:r>
            <a:r>
              <a:rPr lang="en-US" altLang="ja-JP" noProof="0" dirty="0"/>
              <a:t>5 </a:t>
            </a:r>
            <a:r>
              <a:rPr lang="ja-JP" altLang="en-US" noProof="0" dirty="0"/>
              <a:t>レベル</a:t>
            </a:r>
          </a:p>
        </p:txBody>
      </p:sp>
      <p:cxnSp>
        <p:nvCxnSpPr>
          <p:cNvPr id="4" name="直線​​コネクタ(S) 3">
            <a:extLst>
              <a:ext uri="{FF2B5EF4-FFF2-40B4-BE49-F238E27FC236}">
                <a16:creationId xmlns:a16="http://schemas.microsoft.com/office/drawing/2014/main" id="{E66081BA-9135-73B1-DCE5-77FD12431F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94360" y="2997459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2" name="図プレースホルダー 11">
            <a:extLst>
              <a:ext uri="{FF2B5EF4-FFF2-40B4-BE49-F238E27FC236}">
                <a16:creationId xmlns:a16="http://schemas.microsoft.com/office/drawing/2014/main" id="{4658637A-5D36-6127-19BC-C203E23FA49F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6096000" y="0"/>
            <a:ext cx="6118225" cy="6858000"/>
          </a:xfrm>
        </p:spPr>
        <p:txBody>
          <a:bodyPr rtlCol="0">
            <a:normAutofit/>
          </a:bodyPr>
          <a:lstStyle>
            <a:lvl1pPr marL="0" indent="0" algn="ctr">
              <a:buNone/>
              <a:defRPr lang="ja-JP" sz="200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</a:lstStyle>
          <a:p>
            <a:pPr rtl="0"/>
            <a:r>
              <a:rPr lang="ja-JP" altLang="en-US" noProof="0" dirty="0"/>
              <a:t>アイコンをクリックして画像を追加</a:t>
            </a:r>
          </a:p>
        </p:txBody>
      </p:sp>
      <p:sp>
        <p:nvSpPr>
          <p:cNvPr id="10" name="スライド番号プレースホルダー 9">
            <a:extLst>
              <a:ext uri="{FF2B5EF4-FFF2-40B4-BE49-F238E27FC236}">
                <a16:creationId xmlns:a16="http://schemas.microsoft.com/office/drawing/2014/main" id="{05D79B4B-A9BD-581F-536E-DE7CF728F8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defPPr>
              <a:defRPr lang="ja-JP"/>
            </a:defPPr>
            <a:lvl1pPr>
              <a:defRPr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</a:lstStyle>
          <a:p>
            <a:fld id="{294A09A9-5501-47C1-A89A-A340965A2BE2}" type="slidenum">
              <a:rPr lang="en-US" altLang="ja-JP" noProof="0" smtClean="0"/>
              <a:pPr/>
              <a:t>‹#›</a:t>
            </a:fld>
            <a:endParaRPr lang="ja-JP" altLang="en-US" noProof="0" dirty="0"/>
          </a:p>
        </p:txBody>
      </p:sp>
      <p:sp>
        <p:nvSpPr>
          <p:cNvPr id="8" name="日付プレースホルダー 7">
            <a:extLst>
              <a:ext uri="{FF2B5EF4-FFF2-40B4-BE49-F238E27FC236}">
                <a16:creationId xmlns:a16="http://schemas.microsoft.com/office/drawing/2014/main" id="{C5EA2E64-5690-A56B-7051-476EC7BADA55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 rtlCol="0"/>
          <a:lstStyle>
            <a:defPPr>
              <a:defRPr lang="ja-JP"/>
            </a:defPPr>
            <a:lvl1pPr>
              <a:defRPr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</a:lstStyle>
          <a:p>
            <a:endParaRPr lang="ja-JP" altLang="en-US" noProof="0" dirty="0"/>
          </a:p>
        </p:txBody>
      </p:sp>
    </p:spTree>
    <p:extLst>
      <p:ext uri="{BB962C8B-B14F-4D97-AF65-F5344CB8AC3E}">
        <p14:creationId xmlns:p14="http://schemas.microsoft.com/office/powerpoint/2010/main" val="142931976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880">
          <p15:clr>
            <a:srgbClr val="FBAE40"/>
          </p15:clr>
        </p15:guide>
        <p15:guide id="4" pos="5160">
          <p15:clr>
            <a:srgbClr val="FBAE40"/>
          </p15:clr>
        </p15:guide>
        <p15:guide id="5" pos="2520">
          <p15:clr>
            <a:srgbClr val="FBAE40"/>
          </p15:clr>
        </p15:guide>
        <p15:guide id="6" pos="4800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392">
          <p15:clr>
            <a:srgbClr val="FBAE40"/>
          </p15:clr>
        </p15:guide>
        <p15:guide id="10" orient="horz" pos="552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タイトル、コンテンツ、表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グループ 4">
            <a:extLst>
              <a:ext uri="{FF2B5EF4-FFF2-40B4-BE49-F238E27FC236}">
                <a16:creationId xmlns:a16="http://schemas.microsoft.com/office/drawing/2014/main" id="{CF555767-B3D8-BD57-1D42-7F6E1E6689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 userDrawn="1"/>
        </p:nvGrpSpPr>
        <p:grpSpPr bwMode="auto">
          <a:xfrm rot="16200000" flipV="1">
            <a:off x="0" y="3900132"/>
            <a:ext cx="2959226" cy="2959226"/>
            <a:chOff x="0" y="12289"/>
            <a:chExt cx="3550" cy="3551"/>
          </a:xfrm>
        </p:grpSpPr>
        <p:sp>
          <p:nvSpPr>
            <p:cNvPr id="9" name="フリーフォーム(F) 13">
              <a:extLst>
                <a:ext uri="{FF2B5EF4-FFF2-40B4-BE49-F238E27FC236}">
                  <a16:creationId xmlns:a16="http://schemas.microsoft.com/office/drawing/2014/main" id="{BC972B6D-098C-52F6-E990-52623B368FB1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ja-JP"/>
              </a:defPPr>
            </a:lstStyle>
            <a:p>
              <a:pPr rtl="0"/>
              <a:endParaRPr lang="ja-JP" altLang="en-US" noProof="0" dirty="0">
                <a:latin typeface="Meiryo UI" panose="020B0604030504040204" pitchFamily="50" charset="-128"/>
                <a:ea typeface="Meiryo UI" panose="020B0604030504040204" pitchFamily="50" charset="-128"/>
              </a:endParaRPr>
            </a:p>
          </p:txBody>
        </p:sp>
        <p:sp>
          <p:nvSpPr>
            <p:cNvPr id="15" name="フリーフォーム(F) 14">
              <a:extLst>
                <a:ext uri="{FF2B5EF4-FFF2-40B4-BE49-F238E27FC236}">
                  <a16:creationId xmlns:a16="http://schemas.microsoft.com/office/drawing/2014/main" id="{3F0D3EE3-9A8C-531D-1EEE-1AFAB9F3BCAE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ja-JP"/>
              </a:defPPr>
            </a:lstStyle>
            <a:p>
              <a:pPr rtl="0"/>
              <a:endParaRPr lang="ja-JP" altLang="en-US" noProof="0" dirty="0">
                <a:latin typeface="Meiryo UI" panose="020B0604030504040204" pitchFamily="50" charset="-128"/>
                <a:ea typeface="Meiryo UI" panose="020B0604030504040204" pitchFamily="50" charset="-128"/>
              </a:endParaRPr>
            </a:p>
          </p:txBody>
        </p:sp>
        <p:sp>
          <p:nvSpPr>
            <p:cNvPr id="17" name="フリーフォーム(F) 15">
              <a:extLst>
                <a:ext uri="{FF2B5EF4-FFF2-40B4-BE49-F238E27FC236}">
                  <a16:creationId xmlns:a16="http://schemas.microsoft.com/office/drawing/2014/main" id="{A2BE192C-1768-890B-EC1B-5ED6E1F82590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ja-JP"/>
              </a:defPPr>
            </a:lstStyle>
            <a:p>
              <a:pPr rtl="0"/>
              <a:endParaRPr lang="ja-JP" altLang="en-US" noProof="0" dirty="0">
                <a:latin typeface="Meiryo UI" panose="020B0604030504040204" pitchFamily="50" charset="-128"/>
                <a:ea typeface="Meiryo UI" panose="020B0604030504040204" pitchFamily="50" charset="-128"/>
              </a:endParaRPr>
            </a:p>
          </p:txBody>
        </p:sp>
      </p:grpSp>
      <p:sp>
        <p:nvSpPr>
          <p:cNvPr id="16" name="タイトル 1">
            <a:extLst>
              <a:ext uri="{FF2B5EF4-FFF2-40B4-BE49-F238E27FC236}">
                <a16:creationId xmlns:a16="http://schemas.microsoft.com/office/drawing/2014/main" id="{109B023A-F28F-184D-BA48-3F1C0502AE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661409" y="4661717"/>
            <a:ext cx="7936230" cy="1380760"/>
          </a:xfrm>
          <a:prstGeom prst="rect">
            <a:avLst/>
          </a:prstGeom>
        </p:spPr>
        <p:txBody>
          <a:bodyPr lIns="0" tIns="0" rIns="0" bIns="0" rtlCol="0" anchor="b" anchorCtr="0">
            <a:noAutofit/>
          </a:bodyPr>
          <a:lstStyle>
            <a:lvl1pPr>
              <a:defRPr lang="ja-JP" sz="4400" b="1" i="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</a:lstStyle>
          <a:p>
            <a:pPr rtl="0"/>
            <a:r>
              <a:rPr lang="ja-JP" altLang="en-US" noProof="0" dirty="0"/>
              <a:t>クリックしてタイトルを追加 </a:t>
            </a:r>
          </a:p>
        </p:txBody>
      </p:sp>
      <p:cxnSp>
        <p:nvCxnSpPr>
          <p:cNvPr id="4" name="直線​​コネクタ(S) 3">
            <a:extLst>
              <a:ext uri="{FF2B5EF4-FFF2-40B4-BE49-F238E27FC236}">
                <a16:creationId xmlns:a16="http://schemas.microsoft.com/office/drawing/2014/main" id="{E66081BA-9135-73B1-DCE5-77FD12431F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3670935" y="6313170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" name="コンテンツ プレースホルダー 5">
            <a:extLst>
              <a:ext uri="{FF2B5EF4-FFF2-40B4-BE49-F238E27FC236}">
                <a16:creationId xmlns:a16="http://schemas.microsoft.com/office/drawing/2014/main" id="{8007FA9C-C4D5-89EC-C457-5F329A338E1E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603885" y="584005"/>
            <a:ext cx="2825115" cy="3999060"/>
          </a:xfrm>
        </p:spPr>
        <p:txBody>
          <a:bodyPr lIns="0" tIns="274320" rtlCol="0">
            <a:normAutofit/>
          </a:bodyPr>
          <a:lstStyle>
            <a:lvl1pPr marL="0" indent="0">
              <a:spcBef>
                <a:spcPts val="1800"/>
              </a:spcBef>
              <a:buFont typeface="Arial" panose="020B0604020202020204" pitchFamily="34" charset="0"/>
              <a:buNone/>
              <a:defRPr lang="ja-JP" sz="2000"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  <a:lvl2pPr marL="457200" indent="0">
              <a:spcBef>
                <a:spcPts val="1800"/>
              </a:spcBef>
              <a:buNone/>
              <a:defRPr lang="ja-JP" sz="2000">
                <a:latin typeface="Meiryo UI" panose="020B0604030504040204" pitchFamily="50" charset="-128"/>
                <a:ea typeface="Meiryo UI" panose="020B0604030504040204" pitchFamily="50" charset="-128"/>
              </a:defRPr>
            </a:lvl2pPr>
            <a:lvl3pPr marL="914400" indent="0">
              <a:spcBef>
                <a:spcPts val="1800"/>
              </a:spcBef>
              <a:buNone/>
              <a:defRPr lang="ja-JP" sz="2000">
                <a:latin typeface="Meiryo UI" panose="020B0604030504040204" pitchFamily="50" charset="-128"/>
                <a:ea typeface="Meiryo UI" panose="020B0604030504040204" pitchFamily="50" charset="-128"/>
              </a:defRPr>
            </a:lvl3pPr>
            <a:lvl4pPr marL="1371600" indent="0">
              <a:spcBef>
                <a:spcPts val="1800"/>
              </a:spcBef>
              <a:buNone/>
              <a:defRPr lang="ja-JP" sz="2000">
                <a:latin typeface="Meiryo UI" panose="020B0604030504040204" pitchFamily="50" charset="-128"/>
                <a:ea typeface="Meiryo UI" panose="020B0604030504040204" pitchFamily="50" charset="-128"/>
              </a:defRPr>
            </a:lvl4pPr>
            <a:lvl5pPr marL="1828800" indent="0">
              <a:spcBef>
                <a:spcPts val="1800"/>
              </a:spcBef>
              <a:buNone/>
              <a:defRPr lang="ja-JP" sz="2000">
                <a:latin typeface="Meiryo UI" panose="020B0604030504040204" pitchFamily="50" charset="-128"/>
                <a:ea typeface="Meiryo UI" panose="020B0604030504040204" pitchFamily="50" charset="-128"/>
              </a:defRPr>
            </a:lvl5pPr>
          </a:lstStyle>
          <a:p>
            <a:pPr lvl="0" rtl="0"/>
            <a:r>
              <a:rPr lang="ja-JP" altLang="en-US" noProof="0" dirty="0"/>
              <a:t>クリックしてコンテンツを追加</a:t>
            </a:r>
          </a:p>
          <a:p>
            <a:pPr lvl="1" rtl="0"/>
            <a:r>
              <a:rPr lang="ja-JP" altLang="en-US" noProof="0" dirty="0"/>
              <a:t>第 </a:t>
            </a:r>
            <a:r>
              <a:rPr lang="en-US" altLang="ja-JP" noProof="0" dirty="0"/>
              <a:t>2 </a:t>
            </a:r>
            <a:r>
              <a:rPr lang="ja-JP" altLang="en-US" noProof="0" dirty="0"/>
              <a:t>レベル</a:t>
            </a:r>
          </a:p>
          <a:p>
            <a:pPr lvl="2" rtl="0"/>
            <a:r>
              <a:rPr lang="ja-JP" altLang="en-US" noProof="0" dirty="0"/>
              <a:t>第 </a:t>
            </a:r>
            <a:r>
              <a:rPr lang="en-US" altLang="ja-JP" noProof="0" dirty="0"/>
              <a:t>3 </a:t>
            </a:r>
            <a:r>
              <a:rPr lang="ja-JP" altLang="en-US" noProof="0" dirty="0"/>
              <a:t>レベル</a:t>
            </a:r>
          </a:p>
          <a:p>
            <a:pPr lvl="3" rtl="0"/>
            <a:r>
              <a:rPr lang="ja-JP" altLang="en-US" noProof="0" dirty="0"/>
              <a:t>第 </a:t>
            </a:r>
            <a:r>
              <a:rPr lang="en-US" altLang="ja-JP" noProof="0" dirty="0"/>
              <a:t>4 </a:t>
            </a:r>
            <a:r>
              <a:rPr lang="ja-JP" altLang="en-US" noProof="0" dirty="0"/>
              <a:t>レベル</a:t>
            </a:r>
          </a:p>
          <a:p>
            <a:pPr lvl="4" rtl="0"/>
            <a:r>
              <a:rPr lang="ja-JP" altLang="en-US" noProof="0" dirty="0"/>
              <a:t>第 </a:t>
            </a:r>
            <a:r>
              <a:rPr lang="en-US" altLang="ja-JP" noProof="0" dirty="0"/>
              <a:t>5 </a:t>
            </a:r>
            <a:r>
              <a:rPr lang="ja-JP" altLang="en-US" noProof="0" dirty="0"/>
              <a:t>レベル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5BCAAA28-C292-C527-AD35-90836B8BB97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3670934" y="584005"/>
            <a:ext cx="7926705" cy="3999060"/>
          </a:xfrm>
        </p:spPr>
        <p:txBody>
          <a:bodyPr lIns="0" rtlCol="0">
            <a:normAutofit/>
          </a:bodyPr>
          <a:lstStyle>
            <a:lvl1pPr marL="0" indent="0">
              <a:spcBef>
                <a:spcPts val="1800"/>
              </a:spcBef>
              <a:buNone/>
              <a:defRPr lang="ja-JP" sz="2000"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  <a:lvl2pPr>
              <a:spcBef>
                <a:spcPts val="600"/>
              </a:spcBef>
              <a:defRPr lang="ja-JP" sz="2000">
                <a:latin typeface="Meiryo UI" panose="020B0604030504040204" pitchFamily="50" charset="-128"/>
                <a:ea typeface="Meiryo UI" panose="020B0604030504040204" pitchFamily="50" charset="-128"/>
              </a:defRPr>
            </a:lvl2pPr>
            <a:lvl3pPr>
              <a:spcBef>
                <a:spcPts val="1800"/>
              </a:spcBef>
              <a:defRPr lang="ja-JP" sz="2000">
                <a:latin typeface="Meiryo UI" panose="020B0604030504040204" pitchFamily="50" charset="-128"/>
                <a:ea typeface="Meiryo UI" panose="020B0604030504040204" pitchFamily="50" charset="-128"/>
              </a:defRPr>
            </a:lvl3pPr>
            <a:lvl4pPr>
              <a:spcBef>
                <a:spcPts val="1800"/>
              </a:spcBef>
              <a:defRPr lang="ja-JP" sz="2000">
                <a:latin typeface="Meiryo UI" panose="020B0604030504040204" pitchFamily="50" charset="-128"/>
                <a:ea typeface="Meiryo UI" panose="020B0604030504040204" pitchFamily="50" charset="-128"/>
              </a:defRPr>
            </a:lvl4pPr>
            <a:lvl5pPr>
              <a:spcBef>
                <a:spcPts val="1800"/>
              </a:spcBef>
              <a:defRPr lang="ja-JP" sz="2000">
                <a:latin typeface="Meiryo UI" panose="020B0604030504040204" pitchFamily="50" charset="-128"/>
                <a:ea typeface="Meiryo UI" panose="020B0604030504040204" pitchFamily="50" charset="-128"/>
              </a:defRPr>
            </a:lvl5pPr>
          </a:lstStyle>
          <a:p>
            <a:pPr lvl="0" rtl="0"/>
            <a:r>
              <a:rPr lang="ja-JP" altLang="en-US" noProof="0" dirty="0"/>
              <a:t>クリックしてコンテンツを追加</a:t>
            </a:r>
          </a:p>
          <a:p>
            <a:pPr lvl="1" rtl="0"/>
            <a:r>
              <a:rPr lang="ja-JP" altLang="en-US" noProof="0" dirty="0"/>
              <a:t>第 </a:t>
            </a:r>
            <a:r>
              <a:rPr lang="en-US" altLang="ja-JP" noProof="0" dirty="0"/>
              <a:t>2 </a:t>
            </a:r>
            <a:r>
              <a:rPr lang="ja-JP" altLang="en-US" noProof="0" dirty="0"/>
              <a:t>レベル</a:t>
            </a:r>
          </a:p>
          <a:p>
            <a:pPr lvl="2" rtl="0"/>
            <a:r>
              <a:rPr lang="ja-JP" altLang="en-US" noProof="0" dirty="0"/>
              <a:t>第 </a:t>
            </a:r>
            <a:r>
              <a:rPr lang="en-US" altLang="ja-JP" noProof="0" dirty="0"/>
              <a:t>3 </a:t>
            </a:r>
            <a:r>
              <a:rPr lang="ja-JP" altLang="en-US" noProof="0" dirty="0"/>
              <a:t>レベル</a:t>
            </a:r>
          </a:p>
          <a:p>
            <a:pPr lvl="3" rtl="0"/>
            <a:r>
              <a:rPr lang="ja-JP" altLang="en-US" noProof="0" dirty="0"/>
              <a:t>第 </a:t>
            </a:r>
            <a:r>
              <a:rPr lang="en-US" altLang="ja-JP" noProof="0" dirty="0"/>
              <a:t>4 </a:t>
            </a:r>
            <a:r>
              <a:rPr lang="ja-JP" altLang="en-US" noProof="0" dirty="0"/>
              <a:t>レベル</a:t>
            </a:r>
          </a:p>
          <a:p>
            <a:pPr lvl="4" rtl="0"/>
            <a:r>
              <a:rPr lang="ja-JP" altLang="en-US" noProof="0" dirty="0"/>
              <a:t>第 </a:t>
            </a:r>
            <a:r>
              <a:rPr lang="en-US" altLang="ja-JP" noProof="0" dirty="0"/>
              <a:t>5 </a:t>
            </a:r>
            <a:r>
              <a:rPr lang="ja-JP" altLang="en-US" noProof="0" dirty="0"/>
              <a:t>レベル</a:t>
            </a:r>
          </a:p>
        </p:txBody>
      </p:sp>
      <p:sp>
        <p:nvSpPr>
          <p:cNvPr id="10" name="スライド番号プレースホルダー 9">
            <a:extLst>
              <a:ext uri="{FF2B5EF4-FFF2-40B4-BE49-F238E27FC236}">
                <a16:creationId xmlns:a16="http://schemas.microsoft.com/office/drawing/2014/main" id="{05D79B4B-A9BD-581F-536E-DE7CF728F8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defPPr>
              <a:defRPr lang="ja-JP"/>
            </a:defPPr>
            <a:lvl1pPr>
              <a:defRPr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</a:lstStyle>
          <a:p>
            <a:fld id="{294A09A9-5501-47C1-A89A-A340965A2BE2}" type="slidenum">
              <a:rPr lang="en-US" altLang="ja-JP" smtClean="0"/>
              <a:pPr/>
              <a:t>‹#›</a:t>
            </a:fld>
            <a:endParaRPr lang="en-US" altLang="en-US" dirty="0"/>
          </a:p>
        </p:txBody>
      </p:sp>
      <p:sp>
        <p:nvSpPr>
          <p:cNvPr id="8" name="日付プレースホルダー 7">
            <a:extLst>
              <a:ext uri="{FF2B5EF4-FFF2-40B4-BE49-F238E27FC236}">
                <a16:creationId xmlns:a16="http://schemas.microsoft.com/office/drawing/2014/main" id="{C5EA2E64-5690-A56B-7051-476EC7BADA55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 rtlCol="0"/>
          <a:lstStyle>
            <a:defPPr>
              <a:defRPr lang="ja-JP"/>
            </a:defPPr>
            <a:lvl1pPr>
              <a:defRPr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</a:lstStyle>
          <a:p>
            <a:endParaRPr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224432911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880">
          <p15:clr>
            <a:srgbClr val="FBAE40"/>
          </p15:clr>
        </p15:guide>
        <p15:guide id="4" pos="5160">
          <p15:clr>
            <a:srgbClr val="FBAE40"/>
          </p15:clr>
        </p15:guide>
        <p15:guide id="5" pos="2520">
          <p15:clr>
            <a:srgbClr val="FBAE40"/>
          </p15:clr>
        </p15:guide>
        <p15:guide id="6" pos="4800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392">
          <p15:clr>
            <a:srgbClr val="FBAE40"/>
          </p15:clr>
        </p15:guide>
        <p15:guide id="10" orient="horz" pos="552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タイトルと 2 段組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グループ 10">
            <a:extLst>
              <a:ext uri="{FF2B5EF4-FFF2-40B4-BE49-F238E27FC236}">
                <a16:creationId xmlns:a16="http://schemas.microsoft.com/office/drawing/2014/main" id="{C97D5AF2-684A-4A8D-3D82-B57D7AC446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 userDrawn="1"/>
        </p:nvGrpSpPr>
        <p:grpSpPr bwMode="auto">
          <a:xfrm rot="10800000">
            <a:off x="8870040" y="0"/>
            <a:ext cx="3325208" cy="3325208"/>
            <a:chOff x="0" y="12289"/>
            <a:chExt cx="3550" cy="3551"/>
          </a:xfrm>
        </p:grpSpPr>
        <p:sp>
          <p:nvSpPr>
            <p:cNvPr id="12" name="フリーフォーム(F) 4">
              <a:extLst>
                <a:ext uri="{FF2B5EF4-FFF2-40B4-BE49-F238E27FC236}">
                  <a16:creationId xmlns:a16="http://schemas.microsoft.com/office/drawing/2014/main" id="{8CF5F650-F8F0-F4FE-44DA-1F14ADE428B2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ja-JP"/>
              </a:defPPr>
            </a:lstStyle>
            <a:p>
              <a:pPr rtl="0"/>
              <a:endParaRPr lang="ja-JP" altLang="en-US" noProof="0" dirty="0">
                <a:latin typeface="Meiryo UI" panose="020B0604030504040204" pitchFamily="50" charset="-128"/>
                <a:ea typeface="Meiryo UI" panose="020B0604030504040204" pitchFamily="50" charset="-128"/>
              </a:endParaRPr>
            </a:p>
          </p:txBody>
        </p:sp>
        <p:sp>
          <p:nvSpPr>
            <p:cNvPr id="13" name="フリーフォーム(F) 5">
              <a:extLst>
                <a:ext uri="{FF2B5EF4-FFF2-40B4-BE49-F238E27FC236}">
                  <a16:creationId xmlns:a16="http://schemas.microsoft.com/office/drawing/2014/main" id="{18870924-E47D-404F-59B5-BD1C58F7B04C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ja-JP"/>
              </a:defPPr>
            </a:lstStyle>
            <a:p>
              <a:pPr rtl="0"/>
              <a:endParaRPr lang="ja-JP" altLang="en-US" noProof="0" dirty="0">
                <a:latin typeface="Meiryo UI" panose="020B0604030504040204" pitchFamily="50" charset="-128"/>
                <a:ea typeface="Meiryo UI" panose="020B0604030504040204" pitchFamily="50" charset="-128"/>
              </a:endParaRPr>
            </a:p>
          </p:txBody>
        </p:sp>
        <p:sp>
          <p:nvSpPr>
            <p:cNvPr id="14" name="フリーフォーム(F) 7">
              <a:extLst>
                <a:ext uri="{FF2B5EF4-FFF2-40B4-BE49-F238E27FC236}">
                  <a16:creationId xmlns:a16="http://schemas.microsoft.com/office/drawing/2014/main" id="{80806A65-E4FC-2F52-65B3-CC181E620C29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ja-JP"/>
              </a:defPPr>
            </a:lstStyle>
            <a:p>
              <a:pPr rtl="0"/>
              <a:endParaRPr lang="ja-JP" altLang="en-US" noProof="0" dirty="0">
                <a:latin typeface="Meiryo UI" panose="020B0604030504040204" pitchFamily="50" charset="-128"/>
                <a:ea typeface="Meiryo UI" panose="020B0604030504040204" pitchFamily="50" charset="-128"/>
              </a:endParaRPr>
            </a:p>
          </p:txBody>
        </p:sp>
      </p:grpSp>
      <p:sp>
        <p:nvSpPr>
          <p:cNvPr id="16" name="タイトル 1">
            <a:extLst>
              <a:ext uri="{FF2B5EF4-FFF2-40B4-BE49-F238E27FC236}">
                <a16:creationId xmlns:a16="http://schemas.microsoft.com/office/drawing/2014/main" id="{109B023A-F28F-184D-BA48-3F1C0502AE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4360" y="198408"/>
            <a:ext cx="10972800" cy="1574317"/>
          </a:xfrm>
          <a:prstGeom prst="rect">
            <a:avLst/>
          </a:prstGeom>
        </p:spPr>
        <p:txBody>
          <a:bodyPr lIns="0" tIns="0" rIns="0" bIns="0" rtlCol="0" anchor="b" anchorCtr="0">
            <a:noAutofit/>
          </a:bodyPr>
          <a:lstStyle>
            <a:lvl1pPr>
              <a:defRPr lang="ja-JP" sz="4400" b="1" i="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</a:lstStyle>
          <a:p>
            <a:pPr rtl="0"/>
            <a:r>
              <a:rPr lang="ja-JP" altLang="en-US" noProof="0" dirty="0"/>
              <a:t>クリックしてタイトルを追加 </a:t>
            </a:r>
          </a:p>
        </p:txBody>
      </p:sp>
      <p:cxnSp>
        <p:nvCxnSpPr>
          <p:cNvPr id="4" name="直線​​コネクタ(S) 3">
            <a:extLst>
              <a:ext uri="{FF2B5EF4-FFF2-40B4-BE49-F238E27FC236}">
                <a16:creationId xmlns:a16="http://schemas.microsoft.com/office/drawing/2014/main" id="{E66081BA-9135-73B1-DCE5-77FD12431F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94360" y="2148840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5BCAAA28-C292-C527-AD35-90836B8BB97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595523" y="2676525"/>
            <a:ext cx="5746750" cy="3597470"/>
          </a:xfrm>
        </p:spPr>
        <p:txBody>
          <a:bodyPr lIns="0" rtlCol="0">
            <a:normAutofit/>
          </a:bodyPr>
          <a:lstStyle>
            <a:lvl1pPr marL="0" indent="0">
              <a:spcBef>
                <a:spcPts val="1800"/>
              </a:spcBef>
              <a:buNone/>
              <a:defRPr lang="ja-JP" sz="2000"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  <a:lvl2pPr>
              <a:spcBef>
                <a:spcPts val="600"/>
              </a:spcBef>
              <a:defRPr lang="ja-JP" sz="2000">
                <a:latin typeface="Meiryo UI" panose="020B0604030504040204" pitchFamily="50" charset="-128"/>
                <a:ea typeface="Meiryo UI" panose="020B0604030504040204" pitchFamily="50" charset="-128"/>
              </a:defRPr>
            </a:lvl2pPr>
            <a:lvl3pPr>
              <a:spcBef>
                <a:spcPts val="1800"/>
              </a:spcBef>
              <a:defRPr lang="ja-JP" sz="2000">
                <a:latin typeface="Meiryo UI" panose="020B0604030504040204" pitchFamily="50" charset="-128"/>
                <a:ea typeface="Meiryo UI" panose="020B0604030504040204" pitchFamily="50" charset="-128"/>
              </a:defRPr>
            </a:lvl3pPr>
            <a:lvl4pPr>
              <a:spcBef>
                <a:spcPts val="1800"/>
              </a:spcBef>
              <a:defRPr lang="ja-JP" sz="2000">
                <a:latin typeface="Meiryo UI" panose="020B0604030504040204" pitchFamily="50" charset="-128"/>
                <a:ea typeface="Meiryo UI" panose="020B0604030504040204" pitchFamily="50" charset="-128"/>
              </a:defRPr>
            </a:lvl4pPr>
            <a:lvl5pPr>
              <a:spcBef>
                <a:spcPts val="1800"/>
              </a:spcBef>
              <a:defRPr lang="ja-JP" sz="2000">
                <a:latin typeface="Meiryo UI" panose="020B0604030504040204" pitchFamily="50" charset="-128"/>
                <a:ea typeface="Meiryo UI" panose="020B0604030504040204" pitchFamily="50" charset="-128"/>
              </a:defRPr>
            </a:lvl5pPr>
          </a:lstStyle>
          <a:p>
            <a:pPr lvl="0" rtl="0"/>
            <a:r>
              <a:rPr lang="ja-JP" altLang="en-US" noProof="0" dirty="0"/>
              <a:t>クリックしてコンテンツを追加</a:t>
            </a:r>
          </a:p>
          <a:p>
            <a:pPr lvl="1" rtl="0"/>
            <a:r>
              <a:rPr lang="ja-JP" altLang="en-US" noProof="0" dirty="0"/>
              <a:t>第 </a:t>
            </a:r>
            <a:r>
              <a:rPr lang="en-US" altLang="ja-JP" noProof="0" dirty="0"/>
              <a:t>2 </a:t>
            </a:r>
            <a:r>
              <a:rPr lang="ja-JP" altLang="en-US" noProof="0" dirty="0"/>
              <a:t>レベル</a:t>
            </a:r>
          </a:p>
          <a:p>
            <a:pPr lvl="2" rtl="0"/>
            <a:r>
              <a:rPr lang="ja-JP" altLang="en-US" noProof="0" dirty="0"/>
              <a:t>第 </a:t>
            </a:r>
            <a:r>
              <a:rPr lang="en-US" altLang="ja-JP" noProof="0" dirty="0"/>
              <a:t>3 </a:t>
            </a:r>
            <a:r>
              <a:rPr lang="ja-JP" altLang="en-US" noProof="0" dirty="0"/>
              <a:t>レベル</a:t>
            </a:r>
          </a:p>
          <a:p>
            <a:pPr lvl="3" rtl="0"/>
            <a:r>
              <a:rPr lang="ja-JP" altLang="en-US" noProof="0" dirty="0"/>
              <a:t>第 </a:t>
            </a:r>
            <a:r>
              <a:rPr lang="en-US" altLang="ja-JP" noProof="0" dirty="0"/>
              <a:t>4 </a:t>
            </a:r>
            <a:r>
              <a:rPr lang="ja-JP" altLang="en-US" noProof="0" dirty="0"/>
              <a:t>レベル</a:t>
            </a:r>
          </a:p>
          <a:p>
            <a:pPr lvl="4" rtl="0"/>
            <a:r>
              <a:rPr lang="ja-JP" altLang="en-US" noProof="0" dirty="0"/>
              <a:t>第 </a:t>
            </a:r>
            <a:r>
              <a:rPr lang="en-US" altLang="ja-JP" noProof="0" dirty="0"/>
              <a:t>5 </a:t>
            </a:r>
            <a:r>
              <a:rPr lang="ja-JP" altLang="en-US" noProof="0" dirty="0"/>
              <a:t>レベル</a:t>
            </a:r>
          </a:p>
        </p:txBody>
      </p:sp>
      <p:sp>
        <p:nvSpPr>
          <p:cNvPr id="7" name="コンテンツ プレースホルダー 5">
            <a:extLst>
              <a:ext uri="{FF2B5EF4-FFF2-40B4-BE49-F238E27FC236}">
                <a16:creationId xmlns:a16="http://schemas.microsoft.com/office/drawing/2014/main" id="{8007FA9C-C4D5-89EC-C457-5F329A338E1E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7620000" y="2676525"/>
            <a:ext cx="3947160" cy="3597470"/>
          </a:xfrm>
        </p:spPr>
        <p:txBody>
          <a:bodyPr lIns="0" rtlCol="0">
            <a:normAutofit/>
          </a:bodyPr>
          <a:lstStyle>
            <a:lvl1pPr marL="342900" indent="-342900">
              <a:spcBef>
                <a:spcPts val="1800"/>
              </a:spcBef>
              <a:buFont typeface="Arial" panose="020B0604020202020204" pitchFamily="34" charset="0"/>
              <a:buChar char="•"/>
              <a:defRPr lang="ja-JP" sz="2000"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  <a:lvl2pPr>
              <a:spcBef>
                <a:spcPts val="1800"/>
              </a:spcBef>
              <a:defRPr lang="ja-JP" sz="2000">
                <a:latin typeface="Meiryo UI" panose="020B0604030504040204" pitchFamily="50" charset="-128"/>
                <a:ea typeface="Meiryo UI" panose="020B0604030504040204" pitchFamily="50" charset="-128"/>
              </a:defRPr>
            </a:lvl2pPr>
            <a:lvl3pPr>
              <a:spcBef>
                <a:spcPts val="1800"/>
              </a:spcBef>
              <a:defRPr lang="ja-JP" sz="2000">
                <a:latin typeface="Meiryo UI" panose="020B0604030504040204" pitchFamily="50" charset="-128"/>
                <a:ea typeface="Meiryo UI" panose="020B0604030504040204" pitchFamily="50" charset="-128"/>
              </a:defRPr>
            </a:lvl3pPr>
            <a:lvl4pPr>
              <a:spcBef>
                <a:spcPts val="1800"/>
              </a:spcBef>
              <a:defRPr lang="ja-JP" sz="2000">
                <a:latin typeface="Meiryo UI" panose="020B0604030504040204" pitchFamily="50" charset="-128"/>
                <a:ea typeface="Meiryo UI" panose="020B0604030504040204" pitchFamily="50" charset="-128"/>
              </a:defRPr>
            </a:lvl4pPr>
            <a:lvl5pPr>
              <a:spcBef>
                <a:spcPts val="1800"/>
              </a:spcBef>
              <a:defRPr lang="ja-JP" sz="2000">
                <a:latin typeface="Meiryo UI" panose="020B0604030504040204" pitchFamily="50" charset="-128"/>
                <a:ea typeface="Meiryo UI" panose="020B0604030504040204" pitchFamily="50" charset="-128"/>
              </a:defRPr>
            </a:lvl5pPr>
          </a:lstStyle>
          <a:p>
            <a:pPr lvl="0" rtl="0"/>
            <a:r>
              <a:rPr lang="ja-JP" altLang="en-US" noProof="0" dirty="0"/>
              <a:t>クリックしてコンテンツを追加</a:t>
            </a:r>
          </a:p>
          <a:p>
            <a:pPr lvl="1" rtl="0"/>
            <a:r>
              <a:rPr lang="ja-JP" altLang="en-US" noProof="0" dirty="0"/>
              <a:t>第 </a:t>
            </a:r>
            <a:r>
              <a:rPr lang="en-US" altLang="ja-JP" noProof="0" dirty="0"/>
              <a:t>2 </a:t>
            </a:r>
            <a:r>
              <a:rPr lang="ja-JP" altLang="en-US" noProof="0" dirty="0"/>
              <a:t>レベル</a:t>
            </a:r>
          </a:p>
          <a:p>
            <a:pPr lvl="2" rtl="0"/>
            <a:r>
              <a:rPr lang="ja-JP" altLang="en-US" noProof="0" dirty="0"/>
              <a:t>第 </a:t>
            </a:r>
            <a:r>
              <a:rPr lang="en-US" altLang="ja-JP" noProof="0" dirty="0"/>
              <a:t>3 </a:t>
            </a:r>
            <a:r>
              <a:rPr lang="ja-JP" altLang="en-US" noProof="0" dirty="0"/>
              <a:t>レベル</a:t>
            </a:r>
          </a:p>
          <a:p>
            <a:pPr lvl="3" rtl="0"/>
            <a:r>
              <a:rPr lang="ja-JP" altLang="en-US" noProof="0" dirty="0"/>
              <a:t>第 </a:t>
            </a:r>
            <a:r>
              <a:rPr lang="en-US" altLang="ja-JP" noProof="0" dirty="0"/>
              <a:t>4 </a:t>
            </a:r>
            <a:r>
              <a:rPr lang="ja-JP" altLang="en-US" noProof="0" dirty="0"/>
              <a:t>レベル</a:t>
            </a:r>
          </a:p>
          <a:p>
            <a:pPr lvl="4" rtl="0"/>
            <a:r>
              <a:rPr lang="ja-JP" altLang="en-US" noProof="0" dirty="0"/>
              <a:t>第 </a:t>
            </a:r>
            <a:r>
              <a:rPr lang="en-US" altLang="ja-JP" noProof="0" dirty="0"/>
              <a:t>5 </a:t>
            </a:r>
            <a:r>
              <a:rPr lang="ja-JP" altLang="en-US" noProof="0" dirty="0"/>
              <a:t>レベル</a:t>
            </a:r>
          </a:p>
        </p:txBody>
      </p:sp>
      <p:sp>
        <p:nvSpPr>
          <p:cNvPr id="8" name="日付プレースホルダー 7">
            <a:extLst>
              <a:ext uri="{FF2B5EF4-FFF2-40B4-BE49-F238E27FC236}">
                <a16:creationId xmlns:a16="http://schemas.microsoft.com/office/drawing/2014/main" id="{C5EA2E64-5690-A56B-7051-476EC7BADA55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 rtlCol="0"/>
          <a:lstStyle>
            <a:defPPr>
              <a:defRPr lang="ja-JP"/>
            </a:defPPr>
            <a:lvl1pPr>
              <a:defRPr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</a:lstStyle>
          <a:p>
            <a:endParaRPr lang="ja-JP" altLang="en-US" dirty="0"/>
          </a:p>
        </p:txBody>
      </p:sp>
      <p:sp>
        <p:nvSpPr>
          <p:cNvPr id="10" name="スライド番号プレースホルダー 9">
            <a:extLst>
              <a:ext uri="{FF2B5EF4-FFF2-40B4-BE49-F238E27FC236}">
                <a16:creationId xmlns:a16="http://schemas.microsoft.com/office/drawing/2014/main" id="{05D79B4B-A9BD-581F-536E-DE7CF728F8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defPPr>
              <a:defRPr lang="ja-JP"/>
            </a:defPPr>
            <a:lvl1pPr>
              <a:defRPr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</a:lstStyle>
          <a:p>
            <a:fld id="{294A09A9-5501-47C1-A89A-A340965A2BE2}" type="slidenum">
              <a:rPr lang="en-US" altLang="ja-JP" smtClean="0"/>
              <a:pPr/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64974471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880">
          <p15:clr>
            <a:srgbClr val="FBAE40"/>
          </p15:clr>
        </p15:guide>
        <p15:guide id="4" pos="5160">
          <p15:clr>
            <a:srgbClr val="FBAE40"/>
          </p15:clr>
        </p15:guide>
        <p15:guide id="5" pos="2520">
          <p15:clr>
            <a:srgbClr val="FBAE40"/>
          </p15:clr>
        </p15:guide>
        <p15:guide id="6" pos="4800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392">
          <p15:clr>
            <a:srgbClr val="FBAE40"/>
          </p15:clr>
        </p15:guide>
        <p15:guide id="10" orient="horz" pos="552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表 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タイトル 1">
            <a:extLst>
              <a:ext uri="{FF2B5EF4-FFF2-40B4-BE49-F238E27FC236}">
                <a16:creationId xmlns:a16="http://schemas.microsoft.com/office/drawing/2014/main" id="{109B023A-F28F-184D-BA48-3F1C0502AE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4360" y="202400"/>
            <a:ext cx="10972800" cy="1570325"/>
          </a:xfrm>
          <a:prstGeom prst="rect">
            <a:avLst/>
          </a:prstGeom>
        </p:spPr>
        <p:txBody>
          <a:bodyPr lIns="0" tIns="0" rIns="0" bIns="0" rtlCol="0" anchor="b" anchorCtr="0">
            <a:noAutofit/>
          </a:bodyPr>
          <a:lstStyle>
            <a:lvl1pPr>
              <a:defRPr lang="ja-JP" sz="4400" b="1" i="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</a:lstStyle>
          <a:p>
            <a:pPr rtl="0"/>
            <a:r>
              <a:rPr lang="ja-JP" altLang="en-US" noProof="0" dirty="0"/>
              <a:t>クリックしてタイトルを追加 </a:t>
            </a:r>
          </a:p>
        </p:txBody>
      </p:sp>
      <p:sp>
        <p:nvSpPr>
          <p:cNvPr id="9" name="表プレースホルダー 2">
            <a:extLst>
              <a:ext uri="{FF2B5EF4-FFF2-40B4-BE49-F238E27FC236}">
                <a16:creationId xmlns:a16="http://schemas.microsoft.com/office/drawing/2014/main" id="{1506B022-475A-6647-98FF-D5C319A0C7C4}"/>
              </a:ext>
            </a:extLst>
          </p:cNvPr>
          <p:cNvSpPr>
            <a:spLocks noGrp="1"/>
          </p:cNvSpPr>
          <p:nvPr>
            <p:ph type="tbl" sz="quarter" idx="10" hasCustomPrompt="1"/>
          </p:nvPr>
        </p:nvSpPr>
        <p:spPr>
          <a:xfrm>
            <a:off x="594360" y="2628629"/>
            <a:ext cx="10972800" cy="3636740"/>
          </a:xfrm>
        </p:spPr>
        <p:txBody>
          <a:bodyPr rtlCol="0">
            <a:noAutofit/>
          </a:bodyPr>
          <a:lstStyle>
            <a:lvl1pPr>
              <a:defRPr lang="ja-JP"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</a:lstStyle>
          <a:p>
            <a:pPr rtl="0"/>
            <a:r>
              <a:rPr lang="ja-JP" altLang="en-US" noProof="0" dirty="0"/>
              <a:t>アイコンをクリックして表を追加</a:t>
            </a:r>
          </a:p>
        </p:txBody>
      </p:sp>
      <p:sp>
        <p:nvSpPr>
          <p:cNvPr id="10" name="スライド番号プレースホルダー 9">
            <a:extLst>
              <a:ext uri="{FF2B5EF4-FFF2-40B4-BE49-F238E27FC236}">
                <a16:creationId xmlns:a16="http://schemas.microsoft.com/office/drawing/2014/main" id="{05D79B4B-A9BD-581F-536E-DE7CF728F8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defPPr>
              <a:defRPr lang="ja-JP"/>
            </a:defPPr>
            <a:lvl1pPr>
              <a:defRPr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</a:lstStyle>
          <a:p>
            <a:fld id="{294A09A9-5501-47C1-A89A-A340965A2BE2}" type="slidenum">
              <a:rPr lang="en-US" altLang="ja-JP" smtClean="0"/>
              <a:pPr/>
              <a:t>‹#›</a:t>
            </a:fld>
            <a:endParaRPr lang="en-US" altLang="en-US" dirty="0"/>
          </a:p>
        </p:txBody>
      </p:sp>
      <p:sp>
        <p:nvSpPr>
          <p:cNvPr id="8" name="日付プレースホルダー 7">
            <a:extLst>
              <a:ext uri="{FF2B5EF4-FFF2-40B4-BE49-F238E27FC236}">
                <a16:creationId xmlns:a16="http://schemas.microsoft.com/office/drawing/2014/main" id="{C5EA2E64-5690-A56B-7051-476EC7BADA55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 rtlCol="0"/>
          <a:lstStyle>
            <a:defPPr>
              <a:defRPr lang="ja-JP"/>
            </a:defPPr>
            <a:lvl1pPr>
              <a:defRPr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</a:lstStyle>
          <a:p>
            <a:endParaRPr lang="ja-JP" altLang="en-US" dirty="0"/>
          </a:p>
        </p:txBody>
      </p:sp>
      <p:cxnSp>
        <p:nvCxnSpPr>
          <p:cNvPr id="4" name="直線​​コネクタ(S) 3">
            <a:extLst>
              <a:ext uri="{FF2B5EF4-FFF2-40B4-BE49-F238E27FC236}">
                <a16:creationId xmlns:a16="http://schemas.microsoft.com/office/drawing/2014/main" id="{E66081BA-9135-73B1-DCE5-77FD12431F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94360" y="2148840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041095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880">
          <p15:clr>
            <a:srgbClr val="FBAE40"/>
          </p15:clr>
        </p15:guide>
        <p15:guide id="4" pos="5160">
          <p15:clr>
            <a:srgbClr val="FBAE40"/>
          </p15:clr>
        </p15:guide>
        <p15:guide id="5" pos="2520">
          <p15:clr>
            <a:srgbClr val="FBAE40"/>
          </p15:clr>
        </p15:guide>
        <p15:guide id="6" pos="4800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392">
          <p15:clr>
            <a:srgbClr val="FBAE40"/>
          </p15:clr>
        </p15:guide>
        <p15:guide id="10" orient="horz" pos="552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タイトル 3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3B6987D-0137-DE42-B76B-FF621E808D9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94360" y="411479"/>
            <a:ext cx="5486400" cy="3291840"/>
          </a:xfrm>
          <a:prstGeom prst="rect">
            <a:avLst/>
          </a:prstGeom>
        </p:spPr>
        <p:txBody>
          <a:bodyPr lIns="0" tIns="0" rIns="0" bIns="0" rtlCol="0" anchor="b">
            <a:noAutofit/>
          </a:bodyPr>
          <a:lstStyle>
            <a:lvl1pPr algn="l">
              <a:lnSpc>
                <a:spcPct val="80000"/>
              </a:lnSpc>
              <a:defRPr lang="ja-JP" sz="6000" b="1" i="0" spc="100" baseline="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</a:lstStyle>
          <a:p>
            <a:pPr rtl="0"/>
            <a:r>
              <a:rPr lang="ja-JP" altLang="en-US" noProof="0" dirty="0"/>
              <a:t>クリックしてタイトルを追加 </a:t>
            </a:r>
          </a:p>
        </p:txBody>
      </p:sp>
      <p:grpSp>
        <p:nvGrpSpPr>
          <p:cNvPr id="9" name="グループ 8">
            <a:extLst>
              <a:ext uri="{FF2B5EF4-FFF2-40B4-BE49-F238E27FC236}">
                <a16:creationId xmlns:a16="http://schemas.microsoft.com/office/drawing/2014/main" id="{C26C18C3-ED25-DD4B-BA72-24932D54DE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 userDrawn="1"/>
        </p:nvGrpSpPr>
        <p:grpSpPr bwMode="auto">
          <a:xfrm flipH="1" flipV="1">
            <a:off x="6092752" y="0"/>
            <a:ext cx="6099248" cy="6099248"/>
            <a:chOff x="0" y="12289"/>
            <a:chExt cx="3550" cy="3551"/>
          </a:xfrm>
        </p:grpSpPr>
        <p:sp>
          <p:nvSpPr>
            <p:cNvPr id="10" name="フリーフォーム(F) 9">
              <a:extLst>
                <a:ext uri="{FF2B5EF4-FFF2-40B4-BE49-F238E27FC236}">
                  <a16:creationId xmlns:a16="http://schemas.microsoft.com/office/drawing/2014/main" id="{C07CC263-2515-F147-8CC5-F8E9FF9FA8E4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ja-JP"/>
              </a:defPPr>
            </a:lstStyle>
            <a:p>
              <a:pPr rtl="0"/>
              <a:endParaRPr lang="ja-JP" altLang="en-US" noProof="0" dirty="0">
                <a:latin typeface="Meiryo UI" panose="020B0604030504040204" pitchFamily="50" charset="-128"/>
                <a:ea typeface="Meiryo UI" panose="020B0604030504040204" pitchFamily="50" charset="-128"/>
              </a:endParaRPr>
            </a:p>
          </p:txBody>
        </p:sp>
        <p:sp>
          <p:nvSpPr>
            <p:cNvPr id="11" name="フリーフォーム(F) 10">
              <a:extLst>
                <a:ext uri="{FF2B5EF4-FFF2-40B4-BE49-F238E27FC236}">
                  <a16:creationId xmlns:a16="http://schemas.microsoft.com/office/drawing/2014/main" id="{43B40037-7481-524B-8685-404D965690F2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ja-JP"/>
              </a:defPPr>
            </a:lstStyle>
            <a:p>
              <a:pPr rtl="0"/>
              <a:endParaRPr lang="ja-JP" altLang="en-US" noProof="0" dirty="0">
                <a:latin typeface="Meiryo UI" panose="020B0604030504040204" pitchFamily="50" charset="-128"/>
                <a:ea typeface="Meiryo UI" panose="020B0604030504040204" pitchFamily="50" charset="-128"/>
              </a:endParaRPr>
            </a:p>
          </p:txBody>
        </p:sp>
        <p:sp>
          <p:nvSpPr>
            <p:cNvPr id="12" name="フリーフォーム(F) 11">
              <a:extLst>
                <a:ext uri="{FF2B5EF4-FFF2-40B4-BE49-F238E27FC236}">
                  <a16:creationId xmlns:a16="http://schemas.microsoft.com/office/drawing/2014/main" id="{7B759713-8408-EE47-9394-3DA6F5E4B624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ja-JP"/>
              </a:defPPr>
            </a:lstStyle>
            <a:p>
              <a:pPr rtl="0"/>
              <a:endParaRPr lang="ja-JP" altLang="en-US" noProof="0" dirty="0">
                <a:latin typeface="Meiryo UI" panose="020B0604030504040204" pitchFamily="50" charset="-128"/>
                <a:ea typeface="Meiryo UI" panose="020B0604030504040204" pitchFamily="50" charset="-128"/>
              </a:endParaRPr>
            </a:p>
          </p:txBody>
        </p:sp>
      </p:grpSp>
      <p:sp>
        <p:nvSpPr>
          <p:cNvPr id="18" name="テキスト プレースホルダー 29">
            <a:extLst>
              <a:ext uri="{FF2B5EF4-FFF2-40B4-BE49-F238E27FC236}">
                <a16:creationId xmlns:a16="http://schemas.microsoft.com/office/drawing/2014/main" id="{276A9CD7-E675-3048-86D3-3546A2F6B45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94360" y="4549552"/>
            <a:ext cx="5486400" cy="1645920"/>
          </a:xfrm>
        </p:spPr>
        <p:txBody>
          <a:bodyPr lIns="0" tIns="0" rIns="0" bIns="0" rtlCol="0">
            <a:noAutofit/>
          </a:bodyPr>
          <a:lstStyle>
            <a:lvl1pPr marL="0" indent="0">
              <a:buNone/>
              <a:defRPr lang="ja-JP" sz="2400" b="1" i="0">
                <a:solidFill>
                  <a:schemeClr val="tx2">
                    <a:lumMod val="7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  <a:lvl2pPr>
              <a:defRPr lang="ja-JP" sz="4000"/>
            </a:lvl2pPr>
            <a:lvl3pPr>
              <a:defRPr lang="ja-JP" sz="4000"/>
            </a:lvl3pPr>
            <a:lvl4pPr>
              <a:defRPr lang="ja-JP" sz="4000"/>
            </a:lvl4pPr>
            <a:lvl5pPr>
              <a:defRPr lang="ja-JP" sz="4000"/>
            </a:lvl5pPr>
          </a:lstStyle>
          <a:p>
            <a:pPr lvl="0" rtl="0"/>
            <a:r>
              <a:rPr lang="ja-JP" altLang="en-US" noProof="0" dirty="0"/>
              <a:t>クリックしてテキストを追加</a:t>
            </a:r>
          </a:p>
        </p:txBody>
      </p:sp>
      <p:cxnSp>
        <p:nvCxnSpPr>
          <p:cNvPr id="4" name="直線​​コネクタ(S) 3">
            <a:extLst>
              <a:ext uri="{FF2B5EF4-FFF2-40B4-BE49-F238E27FC236}">
                <a16:creationId xmlns:a16="http://schemas.microsoft.com/office/drawing/2014/main" id="{58B149C6-5AAC-B8E5-5411-EA38821F67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94360" y="3950208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692738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8EED84C6-50E6-6C43-8031-AFF6268E0C0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94360" y="1825625"/>
            <a:ext cx="1038225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defPPr>
              <a:defRPr lang="ja-JP"/>
            </a:defPPr>
          </a:lstStyle>
          <a:p>
            <a:pPr lvl="0" rtl="0"/>
            <a:r>
              <a:rPr lang="ja-JP" altLang="en-US" noProof="0" dirty="0"/>
              <a:t>クリックしてマスター テキストのスタイルを編集</a:t>
            </a:r>
          </a:p>
          <a:p>
            <a:pPr lvl="1" rtl="0"/>
            <a:r>
              <a:rPr lang="ja-JP" altLang="en-US" noProof="0" dirty="0"/>
              <a:t>第 </a:t>
            </a:r>
            <a:r>
              <a:rPr lang="en-US" altLang="ja-JP" noProof="0" dirty="0"/>
              <a:t>2 </a:t>
            </a:r>
            <a:r>
              <a:rPr lang="ja-JP" altLang="en-US" noProof="0" dirty="0"/>
              <a:t>レベル</a:t>
            </a:r>
          </a:p>
          <a:p>
            <a:pPr lvl="2" rtl="0"/>
            <a:r>
              <a:rPr lang="ja-JP" altLang="en-US" noProof="0" dirty="0"/>
              <a:t>第 </a:t>
            </a:r>
            <a:r>
              <a:rPr lang="en-US" altLang="ja-JP" noProof="0" dirty="0"/>
              <a:t>3 </a:t>
            </a:r>
            <a:r>
              <a:rPr lang="ja-JP" altLang="en-US" noProof="0" dirty="0"/>
              <a:t>レベル</a:t>
            </a:r>
          </a:p>
          <a:p>
            <a:pPr lvl="3" rtl="0"/>
            <a:r>
              <a:rPr lang="ja-JP" altLang="en-US" noProof="0" dirty="0"/>
              <a:t>第 </a:t>
            </a:r>
            <a:r>
              <a:rPr lang="en-US" altLang="ja-JP" noProof="0" dirty="0"/>
              <a:t>4 </a:t>
            </a:r>
            <a:r>
              <a:rPr lang="ja-JP" altLang="en-US" noProof="0" dirty="0"/>
              <a:t>レベル</a:t>
            </a:r>
          </a:p>
          <a:p>
            <a:pPr lvl="4" rtl="0"/>
            <a:r>
              <a:rPr lang="ja-JP" altLang="en-US" noProof="0" dirty="0"/>
              <a:t>第 </a:t>
            </a:r>
            <a:r>
              <a:rPr lang="en-US" altLang="ja-JP" noProof="0" dirty="0"/>
              <a:t>5 </a:t>
            </a:r>
            <a:r>
              <a:rPr lang="ja-JP" altLang="en-US" noProof="0" dirty="0"/>
              <a:t>レベル</a:t>
            </a:r>
          </a:p>
        </p:txBody>
      </p:sp>
      <p:sp>
        <p:nvSpPr>
          <p:cNvPr id="12" name="タイトル プレースホルダー 11">
            <a:extLst>
              <a:ext uri="{FF2B5EF4-FFF2-40B4-BE49-F238E27FC236}">
                <a16:creationId xmlns:a16="http://schemas.microsoft.com/office/drawing/2014/main" id="{D41FC0AE-253D-D242-9C88-017078F8A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365125"/>
            <a:ext cx="104013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defPPr>
              <a:defRPr lang="ja-JP"/>
            </a:defPPr>
          </a:lstStyle>
          <a:p>
            <a:pPr rtl="0"/>
            <a:r>
              <a:rPr lang="ja-JP" altLang="en-US" noProof="0" dirty="0"/>
              <a:t>マスター タイトルの書式設定</a:t>
            </a:r>
          </a:p>
        </p:txBody>
      </p:sp>
      <p:sp>
        <p:nvSpPr>
          <p:cNvPr id="30" name="日付プレースホルダー 3">
            <a:extLst>
              <a:ext uri="{FF2B5EF4-FFF2-40B4-BE49-F238E27FC236}">
                <a16:creationId xmlns:a16="http://schemas.microsoft.com/office/drawing/2014/main" id="{EF47083A-6D76-4B4D-87CA-E08E212F781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133648" y="6332220"/>
            <a:ext cx="1313180" cy="247651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l">
              <a:defRPr lang="ja-JP" sz="1100" b="0" i="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</a:lstStyle>
          <a:p>
            <a:endParaRPr lang="ja-JP" altLang="en-US" noProof="0" dirty="0"/>
          </a:p>
        </p:txBody>
      </p:sp>
      <p:sp>
        <p:nvSpPr>
          <p:cNvPr id="32" name="スライド番号プレースホルダー 5">
            <a:extLst>
              <a:ext uri="{FF2B5EF4-FFF2-40B4-BE49-F238E27FC236}">
                <a16:creationId xmlns:a16="http://schemas.microsoft.com/office/drawing/2014/main" id="{C8ADA0DF-3751-9A48-8A21-59F01C782D7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594360" y="6332220"/>
            <a:ext cx="523240" cy="247651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l">
              <a:defRPr lang="ja-JP" sz="1100" b="1" i="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</a:lstStyle>
          <a:p>
            <a:fld id="{294A09A9-5501-47C1-A89A-A340965A2BE2}" type="slidenum">
              <a:rPr lang="en-US" altLang="ja-JP" noProof="0" smtClean="0"/>
              <a:pPr/>
              <a:t>‹#›</a:t>
            </a:fld>
            <a:endParaRPr lang="ja-JP" altLang="en-US" noProof="0" dirty="0"/>
          </a:p>
        </p:txBody>
      </p:sp>
    </p:spTree>
    <p:extLst>
      <p:ext uri="{BB962C8B-B14F-4D97-AF65-F5344CB8AC3E}">
        <p14:creationId xmlns:p14="http://schemas.microsoft.com/office/powerpoint/2010/main" val="3515892240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11" r:id="rId1"/>
    <p:sldLayoutId id="2147483698" r:id="rId2"/>
    <p:sldLayoutId id="2147483710" r:id="rId3"/>
    <p:sldLayoutId id="2147483700" r:id="rId4"/>
    <p:sldLayoutId id="2147483701" r:id="rId5"/>
    <p:sldLayoutId id="2147483659" r:id="rId6"/>
    <p:sldLayoutId id="2147483709" r:id="rId7"/>
    <p:sldLayoutId id="2147483708" r:id="rId8"/>
    <p:sldLayoutId id="2147483707" r:id="rId9"/>
    <p:sldLayoutId id="2147483706" r:id="rId10"/>
    <p:sldLayoutId id="2147483705" r:id="rId11"/>
    <p:sldLayoutId id="2147483704" r:id="rId12"/>
    <p:sldLayoutId id="2147483703" r:id="rId13"/>
  </p:sldLayoutIdLst>
  <p:hf sldNum="0" hdr="0" ftr="0" dt="0"/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kumimoji="1" lang="ja-JP" sz="4400" b="1" i="0" kern="1200" spc="100" baseline="0">
          <a:solidFill>
            <a:schemeClr val="bg1"/>
          </a:solidFill>
          <a:latin typeface="Meiryo UI" panose="020B0604030504040204" pitchFamily="50" charset="-128"/>
          <a:ea typeface="Meiryo UI" panose="020B0604030504040204" pitchFamily="50" charset="-128"/>
          <a:cs typeface="+mj-cs"/>
        </a:defRPr>
      </a:lvl1pPr>
      <a:lvl2pPr eaLnBrk="1" hangingPunct="1">
        <a:defRPr kumimoji="1" lang="ja-JP">
          <a:solidFill>
            <a:schemeClr val="tx2"/>
          </a:solidFill>
        </a:defRPr>
      </a:lvl2pPr>
      <a:lvl3pPr eaLnBrk="1" hangingPunct="1">
        <a:defRPr kumimoji="1" lang="ja-JP">
          <a:solidFill>
            <a:schemeClr val="tx2"/>
          </a:solidFill>
        </a:defRPr>
      </a:lvl3pPr>
      <a:lvl4pPr eaLnBrk="1" hangingPunct="1">
        <a:defRPr kumimoji="1" lang="ja-JP">
          <a:solidFill>
            <a:schemeClr val="tx2"/>
          </a:solidFill>
        </a:defRPr>
      </a:lvl4pPr>
      <a:lvl5pPr eaLnBrk="1" hangingPunct="1">
        <a:defRPr kumimoji="1" lang="ja-JP">
          <a:solidFill>
            <a:schemeClr val="tx2"/>
          </a:solidFill>
        </a:defRPr>
      </a:lvl5pPr>
      <a:lvl6pPr eaLnBrk="1" hangingPunct="1">
        <a:defRPr kumimoji="1" lang="ja-JP">
          <a:solidFill>
            <a:schemeClr val="tx2"/>
          </a:solidFill>
        </a:defRPr>
      </a:lvl6pPr>
      <a:lvl7pPr eaLnBrk="1" hangingPunct="1">
        <a:defRPr kumimoji="1" lang="ja-JP">
          <a:solidFill>
            <a:schemeClr val="tx2"/>
          </a:solidFill>
        </a:defRPr>
      </a:lvl7pPr>
      <a:lvl8pPr eaLnBrk="1" hangingPunct="1">
        <a:defRPr kumimoji="1" lang="ja-JP">
          <a:solidFill>
            <a:schemeClr val="tx2"/>
          </a:solidFill>
        </a:defRPr>
      </a:lvl8pPr>
      <a:lvl9pPr eaLnBrk="1" hangingPunct="1">
        <a:defRPr kumimoji="1" lang="ja-JP">
          <a:solidFill>
            <a:schemeClr val="tx2"/>
          </a:solidFill>
        </a:defRPr>
      </a:lvl9pPr>
    </p:titleStyle>
    <p:bodyStyle>
      <a:lvl1pPr marL="228600" indent="-283464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lang="ja-JP" sz="2800" b="0" i="0" kern="1200">
          <a:solidFill>
            <a:schemeClr val="bg1"/>
          </a:solidFill>
          <a:latin typeface="Meiryo UI" panose="020B0604030504040204" pitchFamily="50" charset="-128"/>
          <a:ea typeface="Meiryo UI" panose="020B0604030504040204" pitchFamily="50" charset="-128"/>
          <a:cs typeface="+mn-cs"/>
        </a:defRPr>
      </a:lvl1pPr>
      <a:lvl2pPr marL="685800" indent="-283464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lang="ja-JP" sz="2400" b="0" i="0" kern="1200">
          <a:solidFill>
            <a:schemeClr val="bg1"/>
          </a:solidFill>
          <a:latin typeface="Meiryo UI" panose="020B0604030504040204" pitchFamily="50" charset="-128"/>
          <a:ea typeface="Meiryo UI" panose="020B0604030504040204" pitchFamily="50" charset="-128"/>
          <a:cs typeface="+mn-cs"/>
        </a:defRPr>
      </a:lvl2pPr>
      <a:lvl3pPr marL="1143000" indent="-283464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lang="ja-JP" sz="2000" b="0" i="0" kern="1200">
          <a:solidFill>
            <a:schemeClr val="bg1"/>
          </a:solidFill>
          <a:latin typeface="Meiryo UI" panose="020B0604030504040204" pitchFamily="50" charset="-128"/>
          <a:ea typeface="Meiryo UI" panose="020B0604030504040204" pitchFamily="50" charset="-128"/>
          <a:cs typeface="+mn-cs"/>
        </a:defRPr>
      </a:lvl3pPr>
      <a:lvl4pPr marL="1600200" indent="-283464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lang="ja-JP" sz="1800" b="0" i="0" kern="1200">
          <a:solidFill>
            <a:schemeClr val="bg1"/>
          </a:solidFill>
          <a:latin typeface="Meiryo UI" panose="020B0604030504040204" pitchFamily="50" charset="-128"/>
          <a:ea typeface="Meiryo UI" panose="020B0604030504040204" pitchFamily="50" charset="-128"/>
          <a:cs typeface="+mn-cs"/>
        </a:defRPr>
      </a:lvl4pPr>
      <a:lvl5pPr marL="2057400" indent="-283464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lang="ja-JP" sz="1800" b="0" i="0" kern="1200">
          <a:solidFill>
            <a:schemeClr val="bg1"/>
          </a:solidFill>
          <a:latin typeface="Meiryo UI" panose="020B0604030504040204" pitchFamily="50" charset="-128"/>
          <a:ea typeface="Meiryo UI" panose="020B0604030504040204" pitchFamily="50" charset="-128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lang="ja-JP" sz="1800" kern="1200">
          <a:solidFill>
            <a:schemeClr val="tx1"/>
          </a:solidFill>
          <a:latin typeface="+mn-ea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lang="ja-JP" sz="1800" kern="1200">
          <a:solidFill>
            <a:schemeClr val="tx1"/>
          </a:solidFill>
          <a:latin typeface="+mn-ea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lang="ja-JP" sz="1800" kern="1200">
          <a:solidFill>
            <a:schemeClr val="tx1"/>
          </a:solidFill>
          <a:latin typeface="+mn-ea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lang="ja-JP" sz="1800" kern="1200">
          <a:solidFill>
            <a:schemeClr val="tx1"/>
          </a:solidFill>
          <a:latin typeface="+mn-ea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lang="ja-JP" sz="1800" kern="1200">
          <a:solidFill>
            <a:schemeClr val="tx1"/>
          </a:solidFill>
          <a:latin typeface="+mn-ea"/>
          <a:ea typeface="+mn-ea"/>
          <a:cs typeface="+mn-cs"/>
        </a:defRPr>
      </a:lvl1pPr>
      <a:lvl2pPr marL="457200" algn="l" defTabSz="914400" rtl="0" eaLnBrk="1" latinLnBrk="0" hangingPunct="1">
        <a:defRPr kumimoji="1" lang="ja-JP" sz="1800" kern="1200">
          <a:solidFill>
            <a:schemeClr val="tx1"/>
          </a:solidFill>
          <a:latin typeface="+mn-ea"/>
          <a:ea typeface="+mn-ea"/>
          <a:cs typeface="+mn-cs"/>
        </a:defRPr>
      </a:lvl2pPr>
      <a:lvl3pPr marL="914400" algn="l" defTabSz="914400" rtl="0" eaLnBrk="1" latinLnBrk="0" hangingPunct="1">
        <a:defRPr kumimoji="1" lang="ja-JP" sz="1800" kern="1200">
          <a:solidFill>
            <a:schemeClr val="tx1"/>
          </a:solidFill>
          <a:latin typeface="+mn-ea"/>
          <a:ea typeface="+mn-ea"/>
          <a:cs typeface="+mn-cs"/>
        </a:defRPr>
      </a:lvl3pPr>
      <a:lvl4pPr marL="1371600" algn="l" defTabSz="914400" rtl="0" eaLnBrk="1" latinLnBrk="0" hangingPunct="1">
        <a:defRPr kumimoji="1" lang="ja-JP" sz="1800" kern="1200">
          <a:solidFill>
            <a:schemeClr val="tx1"/>
          </a:solidFill>
          <a:latin typeface="+mn-ea"/>
          <a:ea typeface="+mn-ea"/>
          <a:cs typeface="+mn-cs"/>
        </a:defRPr>
      </a:lvl4pPr>
      <a:lvl5pPr marL="1828800" algn="l" defTabSz="914400" rtl="0" eaLnBrk="1" latinLnBrk="0" hangingPunct="1">
        <a:defRPr kumimoji="1" lang="ja-JP" sz="1800" kern="1200">
          <a:solidFill>
            <a:schemeClr val="tx1"/>
          </a:solidFill>
          <a:latin typeface="+mn-ea"/>
          <a:ea typeface="+mn-ea"/>
          <a:cs typeface="+mn-cs"/>
        </a:defRPr>
      </a:lvl5pPr>
      <a:lvl6pPr marL="2286000" algn="l" defTabSz="914400" rtl="0" eaLnBrk="1" latinLnBrk="0" hangingPunct="1">
        <a:defRPr kumimoji="1" lang="ja-JP" sz="1800" kern="1200">
          <a:solidFill>
            <a:schemeClr val="tx1"/>
          </a:solidFill>
          <a:latin typeface="+mn-ea"/>
          <a:ea typeface="+mn-ea"/>
          <a:cs typeface="+mn-cs"/>
        </a:defRPr>
      </a:lvl6pPr>
      <a:lvl7pPr marL="2743200" algn="l" defTabSz="914400" rtl="0" eaLnBrk="1" latinLnBrk="0" hangingPunct="1">
        <a:defRPr kumimoji="1" lang="ja-JP" sz="1800" kern="1200">
          <a:solidFill>
            <a:schemeClr val="tx1"/>
          </a:solidFill>
          <a:latin typeface="+mn-ea"/>
          <a:ea typeface="+mn-ea"/>
          <a:cs typeface="+mn-cs"/>
        </a:defRPr>
      </a:lvl7pPr>
      <a:lvl8pPr marL="3200400" algn="l" defTabSz="914400" rtl="0" eaLnBrk="1" latinLnBrk="0" hangingPunct="1">
        <a:defRPr kumimoji="1" lang="ja-JP" sz="1800" kern="1200">
          <a:solidFill>
            <a:schemeClr val="tx1"/>
          </a:solidFill>
          <a:latin typeface="+mn-ea"/>
          <a:ea typeface="+mn-ea"/>
          <a:cs typeface="+mn-cs"/>
        </a:defRPr>
      </a:lvl8pPr>
      <a:lvl9pPr marL="3657600" algn="l" defTabSz="914400" rtl="0" eaLnBrk="1" latinLnBrk="0" hangingPunct="1">
        <a:defRPr kumimoji="1" lang="ja-JP" sz="1800" kern="1200">
          <a:solidFill>
            <a:schemeClr val="tx1"/>
          </a:solidFill>
          <a:latin typeface="+mn-ea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  <p15:guide id="3" pos="240">
          <p15:clr>
            <a:srgbClr val="547EBF"/>
          </p15:clr>
        </p15:guide>
        <p15:guide id="4" orient="horz" pos="240">
          <p15:clr>
            <a:srgbClr val="547EBF"/>
          </p15:clr>
        </p15:guide>
        <p15:guide id="5" pos="7440">
          <p15:clr>
            <a:srgbClr val="547EBF"/>
          </p15:clr>
        </p15:guide>
        <p15:guide id="6" orient="horz" pos="4080">
          <p15:clr>
            <a:srgbClr val="547EBF"/>
          </p15:clr>
        </p15:guide>
        <p15:guide id="7" pos="600" userDrawn="1">
          <p15:clr>
            <a:srgbClr val="547EBF"/>
          </p15:clr>
        </p15:guide>
        <p15:guide id="8" pos="3720">
          <p15:clr>
            <a:srgbClr val="547EBF"/>
          </p15:clr>
        </p15:guide>
        <p15:guide id="9" pos="2112">
          <p15:clr>
            <a:srgbClr val="547EBF"/>
          </p15:clr>
        </p15:guide>
        <p15:guide id="10" pos="1848">
          <p15:clr>
            <a:srgbClr val="547EBF"/>
          </p15:clr>
        </p15:guide>
        <p15:guide id="11" pos="5568">
          <p15:clr>
            <a:srgbClr val="547EBF"/>
          </p15:clr>
        </p15:guide>
        <p15:guide id="12" pos="5832">
          <p15:clr>
            <a:srgbClr val="547EBF"/>
          </p15:clr>
        </p15:guide>
        <p15:guide id="13" pos="4968">
          <p15:clr>
            <a:srgbClr val="9FCC3B"/>
          </p15:clr>
        </p15:guide>
        <p15:guide id="14" pos="5208">
          <p15:clr>
            <a:srgbClr val="9FCC3B"/>
          </p15:clr>
        </p15:guide>
        <p15:guide id="15" pos="2712">
          <p15:clr>
            <a:srgbClr val="9FCC3B"/>
          </p15:clr>
        </p15:guide>
        <p15:guide id="16" pos="2472">
          <p15:clr>
            <a:srgbClr val="9FCC3B"/>
          </p15:clr>
        </p15:guide>
        <p15:guide id="17" pos="39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outube.com/watch?v=L_ro3hq_9UQ" TargetMode="Externa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AB1D9D6-2977-ABCD-FDF8-51AFA5064E5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309904" y="2957160"/>
            <a:ext cx="3173730" cy="943679"/>
          </a:xfrm>
          <a:noFill/>
        </p:spPr>
        <p:txBody>
          <a:bodyPr rtlCol="0" anchor="ctr"/>
          <a:lstStyle>
            <a:defPPr>
              <a:defRPr lang="ja-JP"/>
            </a:defPPr>
          </a:lstStyle>
          <a:p>
            <a:pPr rtl="0">
              <a:lnSpc>
                <a:spcPct val="90000"/>
              </a:lnSpc>
            </a:pPr>
            <a:r>
              <a:rPr lang="ja-JP" altLang="en-US" dirty="0"/>
              <a:t>自己紹介</a:t>
            </a:r>
            <a:endParaRPr lang="ja-JP" dirty="0"/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86C77592-F8A2-08A3-E8C8-BB7EA33701DD}"/>
              </a:ext>
            </a:extLst>
          </p:cNvPr>
          <p:cNvSpPr txBox="1"/>
          <p:nvPr/>
        </p:nvSpPr>
        <p:spPr>
          <a:xfrm>
            <a:off x="7158446" y="5164183"/>
            <a:ext cx="4249783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kumimoji="1" lang="ja-JP" altLang="en-US" sz="2800" dirty="0">
                <a:solidFill>
                  <a:schemeClr val="bg1"/>
                </a:solidFill>
              </a:rPr>
              <a:t>高知工科大学大学院 </a:t>
            </a:r>
            <a:r>
              <a:rPr kumimoji="1" lang="en-US" altLang="ja-JP" sz="2800" dirty="0">
                <a:solidFill>
                  <a:schemeClr val="bg1"/>
                </a:solidFill>
              </a:rPr>
              <a:t>2</a:t>
            </a:r>
            <a:r>
              <a:rPr kumimoji="1" lang="ja-JP" altLang="en-US" sz="2800" dirty="0">
                <a:solidFill>
                  <a:schemeClr val="bg1"/>
                </a:solidFill>
              </a:rPr>
              <a:t>年</a:t>
            </a:r>
            <a:br>
              <a:rPr kumimoji="1" lang="en-US" altLang="ja-JP" sz="2800" dirty="0">
                <a:solidFill>
                  <a:schemeClr val="bg1"/>
                </a:solidFill>
              </a:rPr>
            </a:br>
            <a:r>
              <a:rPr kumimoji="1" lang="ja-JP" altLang="en-US" sz="2800" dirty="0">
                <a:solidFill>
                  <a:schemeClr val="bg1"/>
                </a:solidFill>
              </a:rPr>
              <a:t>金子智弥</a:t>
            </a:r>
          </a:p>
        </p:txBody>
      </p:sp>
      <p:sp>
        <p:nvSpPr>
          <p:cNvPr id="10" name="正方形/長方形 9">
            <a:extLst>
              <a:ext uri="{FF2B5EF4-FFF2-40B4-BE49-F238E27FC236}">
                <a16:creationId xmlns:a16="http://schemas.microsoft.com/office/drawing/2014/main" id="{D24B437E-8C93-5A58-F4E0-FC4460C097D7}"/>
              </a:ext>
            </a:extLst>
          </p:cNvPr>
          <p:cNvSpPr/>
          <p:nvPr/>
        </p:nvSpPr>
        <p:spPr>
          <a:xfrm rot="2691582">
            <a:off x="-943125" y="5659465"/>
            <a:ext cx="2863686" cy="1448496"/>
          </a:xfrm>
          <a:prstGeom prst="rect">
            <a:avLst/>
          </a:prstGeom>
          <a:solidFill>
            <a:srgbClr val="7CA65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1" name="正方形/長方形 10">
            <a:extLst>
              <a:ext uri="{FF2B5EF4-FFF2-40B4-BE49-F238E27FC236}">
                <a16:creationId xmlns:a16="http://schemas.microsoft.com/office/drawing/2014/main" id="{4C954B91-41EB-366D-5F31-C151B0FEBC16}"/>
              </a:ext>
            </a:extLst>
          </p:cNvPr>
          <p:cNvSpPr/>
          <p:nvPr/>
        </p:nvSpPr>
        <p:spPr>
          <a:xfrm rot="2692401">
            <a:off x="2671997" y="5463836"/>
            <a:ext cx="2878154" cy="2857923"/>
          </a:xfrm>
          <a:prstGeom prst="rect">
            <a:avLst/>
          </a:prstGeom>
          <a:solidFill>
            <a:srgbClr val="F9D44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390304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530BF65-C84B-45C3-72CA-AFDA688511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189572"/>
            <a:ext cx="6787747" cy="1593507"/>
          </a:xfrm>
        </p:spPr>
        <p:txBody>
          <a:bodyPr rtlCol="0"/>
          <a:lstStyle>
            <a:defPPr>
              <a:defRPr lang="ja-JP"/>
            </a:defPPr>
          </a:lstStyle>
          <a:p>
            <a:pPr rtl="0"/>
            <a:r>
              <a:rPr lang="ja-JP" altLang="en-US" dirty="0"/>
              <a:t>経歴</a:t>
            </a:r>
            <a:endParaRPr lang="ja-JP" dirty="0"/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3B8EBC2C-6DD7-5003-38EB-40753046FE8C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93725" y="2540000"/>
            <a:ext cx="6788150" cy="3451225"/>
          </a:xfrm>
        </p:spPr>
        <p:txBody>
          <a:bodyPr tIns="457200" rtlCol="0" anchor="ctr"/>
          <a:lstStyle>
            <a:defPPr>
              <a:defRPr lang="ja-JP"/>
            </a:defPPr>
          </a:lstStyle>
          <a:p>
            <a:pPr rtl="0"/>
            <a:r>
              <a:rPr lang="en-US" altLang="ja-JP" dirty="0"/>
              <a:t>2021</a:t>
            </a:r>
            <a:r>
              <a:rPr lang="ja-JP" altLang="en-US" dirty="0"/>
              <a:t>年 福岡県立新宮高校卒業</a:t>
            </a:r>
            <a:br>
              <a:rPr lang="en-US" altLang="ja-JP" dirty="0"/>
            </a:br>
            <a:r>
              <a:rPr lang="ja-JP" altLang="en-US" dirty="0"/>
              <a:t>            高知工科大学 入学</a:t>
            </a:r>
            <a:endParaRPr lang="en-US" altLang="ja-JP" dirty="0"/>
          </a:p>
          <a:p>
            <a:r>
              <a:rPr lang="en-US" altLang="ja-JP" dirty="0"/>
              <a:t>2025</a:t>
            </a:r>
            <a:r>
              <a:rPr lang="ja-JP" altLang="en-US" dirty="0"/>
              <a:t>年 高知工科大学 卒業</a:t>
            </a:r>
            <a:br>
              <a:rPr lang="en-US" altLang="ja-JP" dirty="0"/>
            </a:br>
            <a:r>
              <a:rPr lang="en-US" altLang="ja-JP" dirty="0"/>
              <a:t>            </a:t>
            </a:r>
            <a:r>
              <a:rPr lang="ja-JP" altLang="en-US" dirty="0"/>
              <a:t>高知工科大学大学院 入学</a:t>
            </a:r>
            <a:endParaRPr lang="en-US" altLang="ja-JP" dirty="0"/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D9E03762-0014-5C6D-7CC2-01F3B2398C4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596" r="23731"/>
          <a:stretch/>
        </p:blipFill>
        <p:spPr bwMode="auto">
          <a:xfrm>
            <a:off x="7199084" y="3334859"/>
            <a:ext cx="4760687" cy="33335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4668579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05346ED-721D-85EE-2F1B-A31D0912DE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1" y="278129"/>
            <a:ext cx="8909858" cy="1494596"/>
          </a:xfrm>
        </p:spPr>
        <p:txBody>
          <a:bodyPr rtlCol="0"/>
          <a:lstStyle>
            <a:defPPr>
              <a:defRPr lang="ja-JP"/>
            </a:defPPr>
          </a:lstStyle>
          <a:p>
            <a:pPr rtl="0">
              <a:lnSpc>
                <a:spcPct val="90000"/>
              </a:lnSpc>
            </a:pPr>
            <a:r>
              <a:rPr lang="ja-JP" altLang="en-US" dirty="0"/>
              <a:t>趣味、研究</a:t>
            </a:r>
            <a:endParaRPr lang="ja-JP" dirty="0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DB097449-5B72-ADA0-3B2D-1CBC160D6B90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594360" y="2676525"/>
            <a:ext cx="9696269" cy="3597470"/>
          </a:xfrm>
        </p:spPr>
        <p:txBody>
          <a:bodyPr rtlCol="0">
            <a:normAutofit/>
          </a:bodyPr>
          <a:lstStyle>
            <a:defPPr>
              <a:defRPr lang="ja-JP"/>
            </a:defPPr>
          </a:lstStyle>
          <a:p>
            <a:pPr marL="342900" indent="-342900" rtl="0">
              <a:buFont typeface="Arial" panose="020B0604020202020204" pitchFamily="34" charset="0"/>
              <a:buChar char="•"/>
            </a:pPr>
            <a:r>
              <a:rPr lang="ja-JP" altLang="en-US" sz="4000" dirty="0"/>
              <a:t>音楽を聴く</a:t>
            </a:r>
            <a:endParaRPr lang="en-US" altLang="ja-JP" sz="4000" dirty="0"/>
          </a:p>
          <a:p>
            <a:pPr marL="342900" indent="-342900" rtl="0">
              <a:buFont typeface="Arial" panose="020B0604020202020204" pitchFamily="34" charset="0"/>
              <a:buChar char="•"/>
            </a:pPr>
            <a:r>
              <a:rPr lang="ja-JP" altLang="en-US" sz="4000" dirty="0"/>
              <a:t>ゲーム</a:t>
            </a:r>
            <a:endParaRPr lang="en-US" altLang="ja-JP" sz="4000" dirty="0"/>
          </a:p>
          <a:p>
            <a:pPr marL="342900" indent="-342900" rtl="0">
              <a:buFont typeface="Arial" panose="020B0604020202020204" pitchFamily="34" charset="0"/>
              <a:buChar char="•"/>
            </a:pPr>
            <a:r>
              <a:rPr lang="ja-JP" altLang="en-US" sz="4000" dirty="0"/>
              <a:t>プログラミング</a:t>
            </a:r>
            <a:endParaRPr lang="en-US" altLang="ja-JP" sz="4000" dirty="0"/>
          </a:p>
          <a:p>
            <a:pPr marL="342900" indent="-342900" rtl="0">
              <a:buFont typeface="Arial" panose="020B0604020202020204" pitchFamily="34" charset="0"/>
              <a:buChar char="•"/>
            </a:pPr>
            <a:r>
              <a:rPr lang="ja-JP" altLang="en-US" sz="4000" dirty="0"/>
              <a:t>ゲーム情報学</a:t>
            </a:r>
            <a:endParaRPr lang="ja-JP" sz="4000" dirty="0"/>
          </a:p>
        </p:txBody>
      </p:sp>
    </p:spTree>
    <p:extLst>
      <p:ext uri="{BB962C8B-B14F-4D97-AF65-F5344CB8AC3E}">
        <p14:creationId xmlns:p14="http://schemas.microsoft.com/office/powerpoint/2010/main" val="88848429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FF9065-F0CF-5E68-5AC6-4282ADF6E9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FE58D38-F597-4995-16B3-CFE14D52AD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1" y="278129"/>
            <a:ext cx="8909858" cy="1494596"/>
          </a:xfrm>
        </p:spPr>
        <p:txBody>
          <a:bodyPr rtlCol="0"/>
          <a:lstStyle>
            <a:defPPr>
              <a:defRPr lang="ja-JP"/>
            </a:defPPr>
          </a:lstStyle>
          <a:p>
            <a:pPr rtl="0">
              <a:lnSpc>
                <a:spcPct val="90000"/>
              </a:lnSpc>
            </a:pPr>
            <a:r>
              <a:rPr lang="ja-JP" altLang="en-US" dirty="0"/>
              <a:t>音楽</a:t>
            </a:r>
            <a:endParaRPr lang="ja-JP" dirty="0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8DB12CC5-06D6-F555-8268-CF20E766049C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594360" y="2676525"/>
            <a:ext cx="9696269" cy="3067731"/>
          </a:xfrm>
        </p:spPr>
        <p:txBody>
          <a:bodyPr rtlCol="0" anchor="ctr">
            <a:normAutofit/>
          </a:bodyPr>
          <a:lstStyle>
            <a:defPPr>
              <a:defRPr lang="ja-JP"/>
            </a:defPPr>
          </a:lstStyle>
          <a:p>
            <a:pPr marL="342900" indent="-342900" rtl="0">
              <a:buFont typeface="Arial" panose="020B0604020202020204" pitchFamily="34" charset="0"/>
              <a:buChar char="•"/>
            </a:pPr>
            <a:r>
              <a:rPr lang="ja-JP" altLang="en-US" sz="4000" dirty="0"/>
              <a:t>ずっと真夜中でいいのに。</a:t>
            </a:r>
            <a:endParaRPr lang="en-US" altLang="ja-JP" sz="4000" dirty="0"/>
          </a:p>
          <a:p>
            <a:pPr marL="342900" indent="-342900" rtl="0">
              <a:buFont typeface="Arial" panose="020B0604020202020204" pitchFamily="34" charset="0"/>
              <a:buChar char="•"/>
            </a:pPr>
            <a:endParaRPr lang="en-US" altLang="ja-JP" sz="4000" dirty="0"/>
          </a:p>
          <a:p>
            <a:pPr marL="342900" indent="-342900" rtl="0">
              <a:buFont typeface="Arial" panose="020B0604020202020204" pitchFamily="34" charset="0"/>
              <a:buChar char="•"/>
            </a:pPr>
            <a:r>
              <a:rPr lang="ja-JP" altLang="en-US" sz="4000" dirty="0"/>
              <a:t>サカナクション</a:t>
            </a:r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9A6BE067-3D88-55E1-5DFE-5518E4502CB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419" r="16834"/>
          <a:stretch/>
        </p:blipFill>
        <p:spPr bwMode="auto">
          <a:xfrm>
            <a:off x="7094847" y="3429000"/>
            <a:ext cx="4818744" cy="30677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2588479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タイトル 2">
            <a:extLst>
              <a:ext uri="{FF2B5EF4-FFF2-40B4-BE49-F238E27FC236}">
                <a16:creationId xmlns:a16="http://schemas.microsoft.com/office/drawing/2014/main" id="{545D3755-C3E2-975E-DE68-CDECC4B526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102875"/>
            <a:ext cx="10873740" cy="1680205"/>
          </a:xfrm>
        </p:spPr>
        <p:txBody>
          <a:bodyPr rtlCol="0"/>
          <a:lstStyle>
            <a:defPPr>
              <a:defRPr lang="ja-JP"/>
            </a:defPPr>
          </a:lstStyle>
          <a:p>
            <a:pPr rtl="0"/>
            <a:r>
              <a:rPr lang="ja-JP" altLang="en-US" dirty="0"/>
              <a:t>使ったことのあるプログラミング言語</a:t>
            </a:r>
            <a:endParaRPr lang="ja-JP" dirty="0"/>
          </a:p>
        </p:txBody>
      </p:sp>
      <p:sp>
        <p:nvSpPr>
          <p:cNvPr id="7" name="テキスト プレースホルダー 6">
            <a:extLst>
              <a:ext uri="{FF2B5EF4-FFF2-40B4-BE49-F238E27FC236}">
                <a16:creationId xmlns:a16="http://schemas.microsoft.com/office/drawing/2014/main" id="{F70BD87D-F7DA-961B-4024-A354DC87D168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657600" y="2281238"/>
            <a:ext cx="7810500" cy="3700462"/>
          </a:xfrm>
        </p:spPr>
        <p:txBody>
          <a:bodyPr rtlCol="0">
            <a:noAutofit/>
          </a:bodyPr>
          <a:lstStyle>
            <a:defPPr>
              <a:defRPr lang="ja-JP"/>
            </a:defPPr>
          </a:lstStyle>
          <a:p>
            <a:pPr rtl="0"/>
            <a:r>
              <a:rPr lang="en-US" altLang="ja-JP" dirty="0"/>
              <a:t>Python</a:t>
            </a:r>
          </a:p>
          <a:p>
            <a:pPr rtl="0"/>
            <a:r>
              <a:rPr lang="en-US" altLang="ja-JP" dirty="0"/>
              <a:t>Typescript / </a:t>
            </a:r>
            <a:r>
              <a:rPr lang="en-US" altLang="ja-JP" dirty="0" err="1"/>
              <a:t>Javascript</a:t>
            </a:r>
            <a:endParaRPr lang="en-US" altLang="ja-JP" dirty="0"/>
          </a:p>
          <a:p>
            <a:pPr rtl="0"/>
            <a:r>
              <a:rPr lang="en-US" altLang="ja-JP" dirty="0"/>
              <a:t>Java</a:t>
            </a:r>
          </a:p>
          <a:p>
            <a:pPr rtl="0"/>
            <a:r>
              <a:rPr lang="en-US" altLang="ja-JP" dirty="0"/>
              <a:t>C / C++</a:t>
            </a:r>
          </a:p>
          <a:p>
            <a:pPr rtl="0"/>
            <a:r>
              <a:rPr lang="en-US" altLang="ja-JP" dirty="0"/>
              <a:t>MATLAB</a:t>
            </a:r>
          </a:p>
          <a:p>
            <a:pPr rtl="0"/>
            <a:r>
              <a:rPr lang="en-US" altLang="ja-JP" dirty="0"/>
              <a:t>Assembly</a:t>
            </a:r>
          </a:p>
          <a:p>
            <a:pPr rtl="0"/>
            <a:r>
              <a:rPr lang="en-US" altLang="ja-JP" dirty="0"/>
              <a:t>Dart</a:t>
            </a:r>
            <a:endParaRPr lang="ja-JP" dirty="0"/>
          </a:p>
        </p:txBody>
      </p:sp>
      <p:grpSp>
        <p:nvGrpSpPr>
          <p:cNvPr id="19" name="グループ 18">
            <a:extLst>
              <a:ext uri="{FF2B5EF4-FFF2-40B4-BE49-F238E27FC236}">
                <a16:creationId xmlns:a16="http://schemas.microsoft.com/office/drawing/2014/main" id="{C78CEA4F-D72A-C069-6A51-328B103CA0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/>
        </p:nvGrpSpPr>
        <p:grpSpPr bwMode="auto">
          <a:xfrm rot="16200000" flipV="1">
            <a:off x="0" y="3900132"/>
            <a:ext cx="2959226" cy="2959226"/>
            <a:chOff x="0" y="12289"/>
            <a:chExt cx="3550" cy="3551"/>
          </a:xfrm>
        </p:grpSpPr>
        <p:sp>
          <p:nvSpPr>
            <p:cNvPr id="20" name="フリーフォーム(F) 19">
              <a:extLst>
                <a:ext uri="{FF2B5EF4-FFF2-40B4-BE49-F238E27FC236}">
                  <a16:creationId xmlns:a16="http://schemas.microsoft.com/office/drawing/2014/main" id="{7E473402-19FD-A5B0-5CB6-E5F3926D3828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ja-JP"/>
              </a:defPPr>
            </a:lstStyle>
            <a:p>
              <a:pPr rtl="0"/>
              <a:endParaRPr lang="ja-JP" dirty="0">
                <a:latin typeface="Meiryo UI" panose="020B0604030504040204" pitchFamily="50" charset="-128"/>
                <a:ea typeface="Meiryo UI" panose="020B0604030504040204" pitchFamily="50" charset="-128"/>
              </a:endParaRPr>
            </a:p>
          </p:txBody>
        </p:sp>
        <p:sp>
          <p:nvSpPr>
            <p:cNvPr id="21" name="フリーフォーム(F) 20">
              <a:extLst>
                <a:ext uri="{FF2B5EF4-FFF2-40B4-BE49-F238E27FC236}">
                  <a16:creationId xmlns:a16="http://schemas.microsoft.com/office/drawing/2014/main" id="{879D1CAD-2EA2-9376-7B64-0C3AC590F651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ja-JP"/>
              </a:defPPr>
            </a:lstStyle>
            <a:p>
              <a:pPr rtl="0"/>
              <a:endParaRPr lang="ja-JP" dirty="0">
                <a:latin typeface="Meiryo UI" panose="020B0604030504040204" pitchFamily="50" charset="-128"/>
                <a:ea typeface="Meiryo UI" panose="020B0604030504040204" pitchFamily="50" charset="-128"/>
              </a:endParaRPr>
            </a:p>
          </p:txBody>
        </p:sp>
        <p:sp>
          <p:nvSpPr>
            <p:cNvPr id="22" name="フリーフォーム(F) 21">
              <a:extLst>
                <a:ext uri="{FF2B5EF4-FFF2-40B4-BE49-F238E27FC236}">
                  <a16:creationId xmlns:a16="http://schemas.microsoft.com/office/drawing/2014/main" id="{B16F8906-918C-BE0B-A4AB-6A1D48150AC7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ja-JP"/>
              </a:defPPr>
            </a:lstStyle>
            <a:p>
              <a:pPr rtl="0"/>
              <a:endParaRPr lang="ja-JP" dirty="0">
                <a:latin typeface="Meiryo UI" panose="020B0604030504040204" pitchFamily="50" charset="-128"/>
                <a:ea typeface="Meiryo UI" panose="020B0604030504040204" pitchFamily="50" charset="-128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20031202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23398B-4E24-0FE1-90DC-006002812B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タイトル 2">
            <a:extLst>
              <a:ext uri="{FF2B5EF4-FFF2-40B4-BE49-F238E27FC236}">
                <a16:creationId xmlns:a16="http://schemas.microsoft.com/office/drawing/2014/main" id="{C6B1DE43-CEEC-2C71-6A2A-FE0D25E2B8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102875"/>
            <a:ext cx="10873740" cy="1680205"/>
          </a:xfrm>
        </p:spPr>
        <p:txBody>
          <a:bodyPr rtlCol="0"/>
          <a:lstStyle>
            <a:defPPr>
              <a:defRPr lang="ja-JP"/>
            </a:defPPr>
          </a:lstStyle>
          <a:p>
            <a:pPr rtl="0"/>
            <a:r>
              <a:rPr lang="ja-JP" altLang="en-US" dirty="0"/>
              <a:t>研究</a:t>
            </a:r>
            <a:endParaRPr lang="ja-JP" dirty="0"/>
          </a:p>
        </p:txBody>
      </p:sp>
      <p:sp>
        <p:nvSpPr>
          <p:cNvPr id="7" name="テキスト プレースホルダー 6">
            <a:extLst>
              <a:ext uri="{FF2B5EF4-FFF2-40B4-BE49-F238E27FC236}">
                <a16:creationId xmlns:a16="http://schemas.microsoft.com/office/drawing/2014/main" id="{4F0A0AFC-6982-17B4-57B6-C5B62B4F78A2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657600" y="2281238"/>
            <a:ext cx="7810500" cy="3700462"/>
          </a:xfrm>
        </p:spPr>
        <p:txBody>
          <a:bodyPr rtlCol="0">
            <a:noAutofit/>
          </a:bodyPr>
          <a:lstStyle>
            <a:defPPr>
              <a:defRPr lang="ja-JP"/>
            </a:defPPr>
          </a:lstStyle>
          <a:p>
            <a:pPr rtl="0"/>
            <a:r>
              <a:rPr lang="en-US" altLang="ja-JP" sz="3600" dirty="0"/>
              <a:t>2048</a:t>
            </a:r>
            <a:r>
              <a:rPr lang="ja-JP" altLang="en-US" sz="3600" dirty="0"/>
              <a:t>というゲーム</a:t>
            </a:r>
            <a:endParaRPr lang="en-US" altLang="ja-JP" sz="3600" dirty="0"/>
          </a:p>
          <a:p>
            <a:pPr rtl="0"/>
            <a:r>
              <a:rPr lang="en-US" altLang="ja-JP" sz="3600" dirty="0"/>
              <a:t>AI</a:t>
            </a:r>
            <a:r>
              <a:rPr lang="ja-JP" altLang="en-US" sz="3600" dirty="0"/>
              <a:t>を使って解く</a:t>
            </a:r>
            <a:endParaRPr lang="en-US" altLang="ja-JP" sz="3600" dirty="0"/>
          </a:p>
          <a:p>
            <a:pPr lvl="1"/>
            <a:r>
              <a:rPr lang="ja-JP" altLang="en-US" sz="3600" dirty="0">
                <a:hlinkClick r:id="rId3"/>
              </a:rPr>
              <a:t>プレイ映像</a:t>
            </a:r>
            <a:endParaRPr lang="en-US" altLang="ja-JP" sz="3600" dirty="0"/>
          </a:p>
        </p:txBody>
      </p:sp>
      <p:grpSp>
        <p:nvGrpSpPr>
          <p:cNvPr id="19" name="グループ 18">
            <a:extLst>
              <a:ext uri="{FF2B5EF4-FFF2-40B4-BE49-F238E27FC236}">
                <a16:creationId xmlns:a16="http://schemas.microsoft.com/office/drawing/2014/main" id="{7BF969CB-BEAA-0866-4AD8-FE9DFE3D3C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/>
        </p:nvGrpSpPr>
        <p:grpSpPr bwMode="auto">
          <a:xfrm rot="16200000" flipV="1">
            <a:off x="0" y="3900132"/>
            <a:ext cx="2959226" cy="2959226"/>
            <a:chOff x="0" y="12289"/>
            <a:chExt cx="3550" cy="3551"/>
          </a:xfrm>
        </p:grpSpPr>
        <p:sp>
          <p:nvSpPr>
            <p:cNvPr id="20" name="フリーフォーム(F) 19">
              <a:extLst>
                <a:ext uri="{FF2B5EF4-FFF2-40B4-BE49-F238E27FC236}">
                  <a16:creationId xmlns:a16="http://schemas.microsoft.com/office/drawing/2014/main" id="{A2E37615-9A2D-9EBC-2548-13AE3CCEDBFE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ja-JP"/>
              </a:defPPr>
            </a:lstStyle>
            <a:p>
              <a:pPr rtl="0"/>
              <a:endParaRPr lang="ja-JP" dirty="0">
                <a:latin typeface="Meiryo UI" panose="020B0604030504040204" pitchFamily="50" charset="-128"/>
                <a:ea typeface="Meiryo UI" panose="020B0604030504040204" pitchFamily="50" charset="-128"/>
              </a:endParaRPr>
            </a:p>
          </p:txBody>
        </p:sp>
        <p:sp>
          <p:nvSpPr>
            <p:cNvPr id="21" name="フリーフォーム(F) 20">
              <a:extLst>
                <a:ext uri="{FF2B5EF4-FFF2-40B4-BE49-F238E27FC236}">
                  <a16:creationId xmlns:a16="http://schemas.microsoft.com/office/drawing/2014/main" id="{622A4ECE-50A0-B677-FCD5-46A7496AE4AB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ja-JP"/>
              </a:defPPr>
            </a:lstStyle>
            <a:p>
              <a:pPr rtl="0"/>
              <a:endParaRPr lang="ja-JP" dirty="0">
                <a:latin typeface="Meiryo UI" panose="020B0604030504040204" pitchFamily="50" charset="-128"/>
                <a:ea typeface="Meiryo UI" panose="020B0604030504040204" pitchFamily="50" charset="-128"/>
              </a:endParaRPr>
            </a:p>
          </p:txBody>
        </p:sp>
        <p:sp>
          <p:nvSpPr>
            <p:cNvPr id="22" name="フリーフォーム(F) 21">
              <a:extLst>
                <a:ext uri="{FF2B5EF4-FFF2-40B4-BE49-F238E27FC236}">
                  <a16:creationId xmlns:a16="http://schemas.microsoft.com/office/drawing/2014/main" id="{C48FDE5B-3A74-1AAB-E43F-03C9E5082946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ja-JP"/>
              </a:defPPr>
            </a:lstStyle>
            <a:p>
              <a:pPr rtl="0"/>
              <a:endParaRPr lang="ja-JP" dirty="0">
                <a:latin typeface="Meiryo UI" panose="020B0604030504040204" pitchFamily="50" charset="-128"/>
                <a:ea typeface="Meiryo UI" panose="020B0604030504040204" pitchFamily="50" charset="-128"/>
              </a:endParaRPr>
            </a:p>
          </p:txBody>
        </p:sp>
      </p:grpSp>
      <p:pic>
        <p:nvPicPr>
          <p:cNvPr id="5122" name="Picture 2">
            <a:extLst>
              <a:ext uri="{FF2B5EF4-FFF2-40B4-BE49-F238E27FC236}">
                <a16:creationId xmlns:a16="http://schemas.microsoft.com/office/drawing/2014/main" id="{280BA5B3-C941-C930-6311-6429D816FC4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0401" y="2484438"/>
            <a:ext cx="3109276" cy="40445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8822765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5A9A87-8D80-63BE-2E76-9D337A5133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タイトル 2">
            <a:extLst>
              <a:ext uri="{FF2B5EF4-FFF2-40B4-BE49-F238E27FC236}">
                <a16:creationId xmlns:a16="http://schemas.microsoft.com/office/drawing/2014/main" id="{6C0CE5E0-2859-9059-DC31-33331AEA62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102875"/>
            <a:ext cx="10873740" cy="1680205"/>
          </a:xfrm>
        </p:spPr>
        <p:txBody>
          <a:bodyPr rtlCol="0"/>
          <a:lstStyle>
            <a:defPPr>
              <a:defRPr lang="ja-JP"/>
            </a:defPPr>
          </a:lstStyle>
          <a:p>
            <a:pPr rtl="0"/>
            <a:r>
              <a:rPr lang="ja-JP" altLang="en-US" dirty="0"/>
              <a:t>おわりに</a:t>
            </a:r>
            <a:endParaRPr lang="ja-JP" dirty="0"/>
          </a:p>
        </p:txBody>
      </p:sp>
      <p:sp>
        <p:nvSpPr>
          <p:cNvPr id="7" name="テキスト プレースホルダー 6">
            <a:extLst>
              <a:ext uri="{FF2B5EF4-FFF2-40B4-BE49-F238E27FC236}">
                <a16:creationId xmlns:a16="http://schemas.microsoft.com/office/drawing/2014/main" id="{B0AFC8F0-AEF2-20A4-A5F5-F97D4D258346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754743" y="3429000"/>
            <a:ext cx="10713357" cy="2552700"/>
          </a:xfrm>
        </p:spPr>
        <p:txBody>
          <a:bodyPr rtlCol="0">
            <a:noAutofit/>
          </a:bodyPr>
          <a:lstStyle>
            <a:defPPr>
              <a:defRPr lang="ja-JP"/>
            </a:defPPr>
          </a:lstStyle>
          <a:p>
            <a:pPr rtl="0"/>
            <a:r>
              <a:rPr lang="ja-JP" altLang="en-US" sz="3600" dirty="0"/>
              <a:t>プログラミングがわかるようになると世界が広がります！</a:t>
            </a:r>
            <a:endParaRPr lang="en-US" altLang="ja-JP" sz="3600" dirty="0"/>
          </a:p>
        </p:txBody>
      </p:sp>
      <p:grpSp>
        <p:nvGrpSpPr>
          <p:cNvPr id="19" name="グループ 18">
            <a:extLst>
              <a:ext uri="{FF2B5EF4-FFF2-40B4-BE49-F238E27FC236}">
                <a16:creationId xmlns:a16="http://schemas.microsoft.com/office/drawing/2014/main" id="{7EFF9E2F-8D82-2F2A-42DD-0F36783025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/>
        </p:nvGrpSpPr>
        <p:grpSpPr bwMode="auto">
          <a:xfrm rot="16200000" flipV="1">
            <a:off x="0" y="3900132"/>
            <a:ext cx="2959226" cy="2959226"/>
            <a:chOff x="0" y="12289"/>
            <a:chExt cx="3550" cy="3551"/>
          </a:xfrm>
        </p:grpSpPr>
        <p:sp>
          <p:nvSpPr>
            <p:cNvPr id="20" name="フリーフォーム(F) 19">
              <a:extLst>
                <a:ext uri="{FF2B5EF4-FFF2-40B4-BE49-F238E27FC236}">
                  <a16:creationId xmlns:a16="http://schemas.microsoft.com/office/drawing/2014/main" id="{AC42BD1B-4E49-7085-5BFD-BECA2BA01747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ja-JP"/>
              </a:defPPr>
            </a:lstStyle>
            <a:p>
              <a:pPr rtl="0"/>
              <a:endParaRPr lang="ja-JP" dirty="0">
                <a:latin typeface="Meiryo UI" panose="020B0604030504040204" pitchFamily="50" charset="-128"/>
                <a:ea typeface="Meiryo UI" panose="020B0604030504040204" pitchFamily="50" charset="-128"/>
              </a:endParaRPr>
            </a:p>
          </p:txBody>
        </p:sp>
        <p:sp>
          <p:nvSpPr>
            <p:cNvPr id="21" name="フリーフォーム(F) 20">
              <a:extLst>
                <a:ext uri="{FF2B5EF4-FFF2-40B4-BE49-F238E27FC236}">
                  <a16:creationId xmlns:a16="http://schemas.microsoft.com/office/drawing/2014/main" id="{D655A598-F3DB-6B4E-D9AC-44920B533088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ja-JP"/>
              </a:defPPr>
            </a:lstStyle>
            <a:p>
              <a:pPr rtl="0"/>
              <a:endParaRPr lang="ja-JP" dirty="0">
                <a:latin typeface="Meiryo UI" panose="020B0604030504040204" pitchFamily="50" charset="-128"/>
                <a:ea typeface="Meiryo UI" panose="020B0604030504040204" pitchFamily="50" charset="-128"/>
              </a:endParaRPr>
            </a:p>
          </p:txBody>
        </p:sp>
        <p:sp>
          <p:nvSpPr>
            <p:cNvPr id="22" name="フリーフォーム(F) 21">
              <a:extLst>
                <a:ext uri="{FF2B5EF4-FFF2-40B4-BE49-F238E27FC236}">
                  <a16:creationId xmlns:a16="http://schemas.microsoft.com/office/drawing/2014/main" id="{71320747-7EEE-C7A7-5DEA-F2E900BE19AB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ja-JP"/>
              </a:defPPr>
            </a:lstStyle>
            <a:p>
              <a:pPr rtl="0"/>
              <a:endParaRPr lang="ja-JP" dirty="0">
                <a:latin typeface="Meiryo UI" panose="020B0604030504040204" pitchFamily="50" charset="-128"/>
                <a:ea typeface="Meiryo UI" panose="020B0604030504040204" pitchFamily="50" charset="-128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596322113"/>
      </p:ext>
    </p:extLst>
  </p:cSld>
  <p:clrMapOvr>
    <a:masterClrMapping/>
  </p:clrMapOvr>
</p:sld>
</file>

<file path=ppt/theme/theme1.xml><?xml version="1.0" encoding="utf-8"?>
<a:theme xmlns:a="http://schemas.openxmlformats.org/drawingml/2006/main" name="ユーザー設定">
  <a:themeElements>
    <a:clrScheme name="Swiss">
      <a:dk1>
        <a:srgbClr val="000000"/>
      </a:dk1>
      <a:lt1>
        <a:srgbClr val="FFFFFF"/>
      </a:lt1>
      <a:dk2>
        <a:srgbClr val="E4E4E4"/>
      </a:dk2>
      <a:lt2>
        <a:srgbClr val="7CA655"/>
      </a:lt2>
      <a:accent1>
        <a:srgbClr val="A9D4DB"/>
      </a:accent1>
      <a:accent2>
        <a:srgbClr val="FBE284"/>
      </a:accent2>
      <a:accent3>
        <a:srgbClr val="4495A2"/>
      </a:accent3>
      <a:accent4>
        <a:srgbClr val="AA5881"/>
      </a:accent4>
      <a:accent5>
        <a:srgbClr val="E06742"/>
      </a:accent5>
      <a:accent6>
        <a:srgbClr val="F9D448"/>
      </a:accent6>
      <a:hlink>
        <a:srgbClr val="4495A2"/>
      </a:hlink>
      <a:folHlink>
        <a:srgbClr val="AA5881"/>
      </a:folHlink>
    </a:clrScheme>
    <a:fontScheme name="Custom 175">
      <a:majorFont>
        <a:latin typeface="Meiryo UI"/>
        <a:ea typeface="Meiryo UI"/>
        <a:cs typeface=""/>
      </a:majorFont>
      <a:minorFont>
        <a:latin typeface="Meiryo UI"/>
        <a:ea typeface="Meiryo UI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_72332795_TF78853419_Win32" id="{58577C8C-4A86-4ADE-B226-05EE0F3D760B}" vid="{D839CB4F-7ADA-4170-AA9C-936648A4920A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eiryo UI" panose="020F0302020204030204"/>
        <a:ea typeface=""/>
        <a:cs typeface=""/>
        <a:font script="Jpan" typeface="Meiryo UI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eiryo UI" panose="020F0502020204030204"/>
        <a:ea typeface=""/>
        <a:cs typeface=""/>
        <a:font script="Jpan" typeface="Meiryo UI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eiryo UI" panose="020F0302020204030204"/>
        <a:ea typeface=""/>
        <a:cs typeface=""/>
        <a:font script="Jpan" typeface="Meiryo UI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eiryo UI" panose="020F0502020204030204"/>
        <a:ea typeface=""/>
        <a:cs typeface=""/>
        <a:font script="Jpan" typeface="Meiryo UI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Background xmlns="71af3243-3dd4-4a8d-8c0d-dd76da1f02a5">false</Background>
    <Status xmlns="71af3243-3dd4-4a8d-8c0d-dd76da1f02a5">Not started</Status>
    <_ip_UnifiedCompliancePolicyUIAction xmlns="http://schemas.microsoft.com/sharepoint/v3" xsi:nil="true"/>
    <Image xmlns="71af3243-3dd4-4a8d-8c0d-dd76da1f02a5">
      <Url xsi:nil="true"/>
      <Description xsi:nil="true"/>
    </Image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4F4B194E-8B30-4377-8C59-ECFB902D2A26}">
  <ds:schemaRefs>
    <ds:schemaRef ds:uri="http://schemas.microsoft.com/office/2006/metadata/properties"/>
    <ds:schemaRef ds:uri="http://schemas.microsoft.com/office/infopath/2007/PartnerControls"/>
    <ds:schemaRef ds:uri="71af3243-3dd4-4a8d-8c0d-dd76da1f02a5"/>
    <ds:schemaRef ds:uri="http://schemas.microsoft.com/sharepoint/v3"/>
    <ds:schemaRef ds:uri="230e9df3-be65-4c73-a93b-d1236ebd677e"/>
  </ds:schemaRefs>
</ds:datastoreItem>
</file>

<file path=customXml/itemProps2.xml><?xml version="1.0" encoding="utf-8"?>
<ds:datastoreItem xmlns:ds="http://schemas.openxmlformats.org/officeDocument/2006/customXml" ds:itemID="{92DB9E12-8AC3-4138-BF4D-720A5525AB1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C21FFAC0-05A2-416A-B06C-C248395482CF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{7586E0CC-39AC-411B-8EBE-70B1DE137F09}tf78853419_win32</Template>
  <TotalTime>44</TotalTime>
  <Words>106</Words>
  <Application>Microsoft Office PowerPoint</Application>
  <PresentationFormat>ワイド画面</PresentationFormat>
  <Paragraphs>35</Paragraphs>
  <Slides>7</Slides>
  <Notes>7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2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7</vt:i4>
      </vt:variant>
    </vt:vector>
  </HeadingPairs>
  <TitlesOfParts>
    <vt:vector size="10" baseType="lpstr">
      <vt:lpstr>Meiryo UI</vt:lpstr>
      <vt:lpstr>Arial</vt:lpstr>
      <vt:lpstr>ユーザー設定</vt:lpstr>
      <vt:lpstr>自己紹介</vt:lpstr>
      <vt:lpstr>経歴</vt:lpstr>
      <vt:lpstr>趣味、研究</vt:lpstr>
      <vt:lpstr>音楽</vt:lpstr>
      <vt:lpstr>使ったことのあるプログラミング言語</vt:lpstr>
      <vt:lpstr>研究</vt:lpstr>
      <vt:lpstr>おわりに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金子智弥</dc:creator>
  <cp:lastModifiedBy>金子 智弥</cp:lastModifiedBy>
  <cp:revision>2</cp:revision>
  <dcterms:created xsi:type="dcterms:W3CDTF">2025-05-07T09:26:01Z</dcterms:created>
  <dcterms:modified xsi:type="dcterms:W3CDTF">2026-05-07T15:49:02Z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